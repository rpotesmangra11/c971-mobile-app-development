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F0709F-BDA2-4D97-972B-42FAEC705165}" v="51" dt="2026-02-01T03:21:02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6" autoAdjust="0"/>
    <p:restoredTop sz="94660"/>
  </p:normalViewPr>
  <p:slideViewPr>
    <p:cSldViewPr snapToGrid="0">
      <p:cViewPr varScale="1">
        <p:scale>
          <a:sx n="91" d="100"/>
          <a:sy n="91" d="100"/>
        </p:scale>
        <p:origin x="9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Potes Mangra" userId="f6c3e66e-970a-4dac-abef-28c459f30976" providerId="ADAL" clId="{B2C1E8EB-EB94-44CA-9F50-E86E778B07B8}"/>
    <pc:docChg chg="undo custSel addSld modSld">
      <pc:chgData name="Ravi Potes Mangra" userId="f6c3e66e-970a-4dac-abef-28c459f30976" providerId="ADAL" clId="{B2C1E8EB-EB94-44CA-9F50-E86E778B07B8}" dt="2026-02-01T03:21:10.097" v="850" actId="20577"/>
      <pc:docMkLst>
        <pc:docMk/>
      </pc:docMkLst>
      <pc:sldChg chg="addSp modSp mod">
        <pc:chgData name="Ravi Potes Mangra" userId="f6c3e66e-970a-4dac-abef-28c459f30976" providerId="ADAL" clId="{B2C1E8EB-EB94-44CA-9F50-E86E778B07B8}" dt="2026-02-01T03:19:27.160" v="829" actId="1076"/>
        <pc:sldMkLst>
          <pc:docMk/>
          <pc:sldMk cId="1383786992" sldId="256"/>
        </pc:sldMkLst>
        <pc:spChg chg="add mod">
          <ac:chgData name="Ravi Potes Mangra" userId="f6c3e66e-970a-4dac-abef-28c459f30976" providerId="ADAL" clId="{B2C1E8EB-EB94-44CA-9F50-E86E778B07B8}" dt="2026-02-01T03:19:18.775" v="827" actId="1076"/>
          <ac:spMkLst>
            <pc:docMk/>
            <pc:sldMk cId="1383786992" sldId="256"/>
            <ac:spMk id="2" creationId="{3AB22F64-D73E-39DB-1D97-F710AF4F5BD2}"/>
          </ac:spMkLst>
        </pc:spChg>
        <pc:spChg chg="mod">
          <ac:chgData name="Ravi Potes Mangra" userId="f6c3e66e-970a-4dac-abef-28c459f30976" providerId="ADAL" clId="{B2C1E8EB-EB94-44CA-9F50-E86E778B07B8}" dt="2026-02-01T03:19:27.160" v="829" actId="1076"/>
          <ac:spMkLst>
            <pc:docMk/>
            <pc:sldMk cId="1383786992" sldId="256"/>
            <ac:spMk id="4" creationId="{7855B847-C6B6-1C38-052E-AB554261149F}"/>
          </ac:spMkLst>
        </pc:spChg>
        <pc:spChg chg="mod">
          <ac:chgData name="Ravi Potes Mangra" userId="f6c3e66e-970a-4dac-abef-28c459f30976" providerId="ADAL" clId="{B2C1E8EB-EB94-44CA-9F50-E86E778B07B8}" dt="2026-02-01T03:18:21.673" v="816" actId="1076"/>
          <ac:spMkLst>
            <pc:docMk/>
            <pc:sldMk cId="1383786992" sldId="256"/>
            <ac:spMk id="5" creationId="{DC022FEA-611A-FC85-50FA-F3B2208E0CC9}"/>
          </ac:spMkLst>
        </pc:spChg>
        <pc:spChg chg="mod">
          <ac:chgData name="Ravi Potes Mangra" userId="f6c3e66e-970a-4dac-abef-28c459f30976" providerId="ADAL" clId="{B2C1E8EB-EB94-44CA-9F50-E86E778B07B8}" dt="2026-02-01T03:18:21.673" v="816" actId="1076"/>
          <ac:spMkLst>
            <pc:docMk/>
            <pc:sldMk cId="1383786992" sldId="256"/>
            <ac:spMk id="6" creationId="{A938B1ED-F143-EBED-380A-82363B7F70F5}"/>
          </ac:spMkLst>
        </pc:spChg>
        <pc:spChg chg="mod">
          <ac:chgData name="Ravi Potes Mangra" userId="f6c3e66e-970a-4dac-abef-28c459f30976" providerId="ADAL" clId="{B2C1E8EB-EB94-44CA-9F50-E86E778B07B8}" dt="2026-02-01T03:18:21.673" v="816" actId="1076"/>
          <ac:spMkLst>
            <pc:docMk/>
            <pc:sldMk cId="1383786992" sldId="256"/>
            <ac:spMk id="8" creationId="{A86CE17F-1C91-71CD-6AFA-DE4A7FACCA15}"/>
          </ac:spMkLst>
        </pc:spChg>
        <pc:spChg chg="mod">
          <ac:chgData name="Ravi Potes Mangra" userId="f6c3e66e-970a-4dac-abef-28c459f30976" providerId="ADAL" clId="{B2C1E8EB-EB94-44CA-9F50-E86E778B07B8}" dt="2026-02-01T03:18:21.673" v="816" actId="1076"/>
          <ac:spMkLst>
            <pc:docMk/>
            <pc:sldMk cId="1383786992" sldId="256"/>
            <ac:spMk id="11" creationId="{BE226B3A-D154-142B-B4C8-A6F341259459}"/>
          </ac:spMkLst>
        </pc:spChg>
        <pc:spChg chg="mod">
          <ac:chgData name="Ravi Potes Mangra" userId="f6c3e66e-970a-4dac-abef-28c459f30976" providerId="ADAL" clId="{B2C1E8EB-EB94-44CA-9F50-E86E778B07B8}" dt="2026-02-01T03:18:21.673" v="816" actId="1076"/>
          <ac:spMkLst>
            <pc:docMk/>
            <pc:sldMk cId="1383786992" sldId="256"/>
            <ac:spMk id="12" creationId="{15C62E70-4F78-47F7-66D4-5495ABCDC7A4}"/>
          </ac:spMkLst>
        </pc:spChg>
        <pc:spChg chg="mod">
          <ac:chgData name="Ravi Potes Mangra" userId="f6c3e66e-970a-4dac-abef-28c459f30976" providerId="ADAL" clId="{B2C1E8EB-EB94-44CA-9F50-E86E778B07B8}" dt="2026-02-01T03:18:21.673" v="816" actId="1076"/>
          <ac:spMkLst>
            <pc:docMk/>
            <pc:sldMk cId="1383786992" sldId="256"/>
            <ac:spMk id="13" creationId="{1422CC3A-B2B8-649D-691D-83237FC324DF}"/>
          </ac:spMkLst>
        </pc:spChg>
        <pc:spChg chg="mod">
          <ac:chgData name="Ravi Potes Mangra" userId="f6c3e66e-970a-4dac-abef-28c459f30976" providerId="ADAL" clId="{B2C1E8EB-EB94-44CA-9F50-E86E778B07B8}" dt="2026-02-01T03:18:21.673" v="816" actId="1076"/>
          <ac:spMkLst>
            <pc:docMk/>
            <pc:sldMk cId="1383786992" sldId="256"/>
            <ac:spMk id="14" creationId="{CD43FA6D-CE9C-0FDA-ECAA-3E3370444C9F}"/>
          </ac:spMkLst>
        </pc:spChg>
        <pc:spChg chg="mod">
          <ac:chgData name="Ravi Potes Mangra" userId="f6c3e66e-970a-4dac-abef-28c459f30976" providerId="ADAL" clId="{B2C1E8EB-EB94-44CA-9F50-E86E778B07B8}" dt="2026-02-01T03:18:21.673" v="816" actId="1076"/>
          <ac:spMkLst>
            <pc:docMk/>
            <pc:sldMk cId="1383786992" sldId="256"/>
            <ac:spMk id="17" creationId="{6F4D7299-3CA1-40D1-E535-687F5692AB28}"/>
          </ac:spMkLst>
        </pc:spChg>
        <pc:spChg chg="mod">
          <ac:chgData name="Ravi Potes Mangra" userId="f6c3e66e-970a-4dac-abef-28c459f30976" providerId="ADAL" clId="{B2C1E8EB-EB94-44CA-9F50-E86E778B07B8}" dt="2026-02-01T03:18:21.673" v="816" actId="1076"/>
          <ac:spMkLst>
            <pc:docMk/>
            <pc:sldMk cId="1383786992" sldId="256"/>
            <ac:spMk id="18" creationId="{D6DCD758-7509-310E-394F-804C5239EC37}"/>
          </ac:spMkLst>
        </pc:spChg>
        <pc:spChg chg="mod">
          <ac:chgData name="Ravi Potes Mangra" userId="f6c3e66e-970a-4dac-abef-28c459f30976" providerId="ADAL" clId="{B2C1E8EB-EB94-44CA-9F50-E86E778B07B8}" dt="2026-02-01T03:18:21.673" v="816" actId="1076"/>
          <ac:spMkLst>
            <pc:docMk/>
            <pc:sldMk cId="1383786992" sldId="256"/>
            <ac:spMk id="19" creationId="{139453A1-F886-9251-A8E8-18CF26DB203D}"/>
          </ac:spMkLst>
        </pc:spChg>
        <pc:spChg chg="mod">
          <ac:chgData name="Ravi Potes Mangra" userId="f6c3e66e-970a-4dac-abef-28c459f30976" providerId="ADAL" clId="{B2C1E8EB-EB94-44CA-9F50-E86E778B07B8}" dt="2026-02-01T03:19:22.533" v="828" actId="14100"/>
          <ac:spMkLst>
            <pc:docMk/>
            <pc:sldMk cId="1383786992" sldId="256"/>
            <ac:spMk id="20" creationId="{4E7951CD-441D-85E5-9AC4-482180A7F6D9}"/>
          </ac:spMkLst>
        </pc:spChg>
      </pc:sldChg>
      <pc:sldChg chg="addSp delSp modSp new mod">
        <pc:chgData name="Ravi Potes Mangra" userId="f6c3e66e-970a-4dac-abef-28c459f30976" providerId="ADAL" clId="{B2C1E8EB-EB94-44CA-9F50-E86E778B07B8}" dt="2026-02-01T03:21:10.097" v="850" actId="20577"/>
        <pc:sldMkLst>
          <pc:docMk/>
          <pc:sldMk cId="4262359238" sldId="257"/>
        </pc:sldMkLst>
        <pc:spChg chg="add mod">
          <ac:chgData name="Ravi Potes Mangra" userId="f6c3e66e-970a-4dac-abef-28c459f30976" providerId="ADAL" clId="{B2C1E8EB-EB94-44CA-9F50-E86E778B07B8}" dt="2026-01-31T21:10:14.125" v="545" actId="1076"/>
          <ac:spMkLst>
            <pc:docMk/>
            <pc:sldMk cId="4262359238" sldId="257"/>
            <ac:spMk id="2" creationId="{CCB0E521-6F20-8624-72FD-FAE1577B962D}"/>
          </ac:spMkLst>
        </pc:spChg>
        <pc:spChg chg="add mod">
          <ac:chgData name="Ravi Potes Mangra" userId="f6c3e66e-970a-4dac-abef-28c459f30976" providerId="ADAL" clId="{B2C1E8EB-EB94-44CA-9F50-E86E778B07B8}" dt="2026-02-01T02:07:25.192" v="664" actId="20577"/>
          <ac:spMkLst>
            <pc:docMk/>
            <pc:sldMk cId="4262359238" sldId="257"/>
            <ac:spMk id="3" creationId="{F6422FD3-C6CB-C9C1-E49E-C8FA9C951D78}"/>
          </ac:spMkLst>
        </pc:spChg>
        <pc:spChg chg="add mod">
          <ac:chgData name="Ravi Potes Mangra" userId="f6c3e66e-970a-4dac-abef-28c459f30976" providerId="ADAL" clId="{B2C1E8EB-EB94-44CA-9F50-E86E778B07B8}" dt="2026-02-01T03:20:58.935" v="840" actId="1076"/>
          <ac:spMkLst>
            <pc:docMk/>
            <pc:sldMk cId="4262359238" sldId="257"/>
            <ac:spMk id="4" creationId="{AC71F589-FDAE-BCB7-DEEE-529391E5FCFE}"/>
          </ac:spMkLst>
        </pc:spChg>
        <pc:spChg chg="add del mod">
          <ac:chgData name="Ravi Potes Mangra" userId="f6c3e66e-970a-4dac-abef-28c459f30976" providerId="ADAL" clId="{B2C1E8EB-EB94-44CA-9F50-E86E778B07B8}" dt="2026-01-31T20:51:51.264" v="40" actId="478"/>
          <ac:spMkLst>
            <pc:docMk/>
            <pc:sldMk cId="4262359238" sldId="257"/>
            <ac:spMk id="5" creationId="{BE28E83B-A63C-1D96-4D07-3F855F30C969}"/>
          </ac:spMkLst>
        </pc:spChg>
        <pc:spChg chg="add del mod">
          <ac:chgData name="Ravi Potes Mangra" userId="f6c3e66e-970a-4dac-abef-28c459f30976" providerId="ADAL" clId="{B2C1E8EB-EB94-44CA-9F50-E86E778B07B8}" dt="2026-01-31T20:51:51.771" v="41" actId="478"/>
          <ac:spMkLst>
            <pc:docMk/>
            <pc:sldMk cId="4262359238" sldId="257"/>
            <ac:spMk id="6" creationId="{E55EE77B-1B57-0E86-10A6-5AE52ED205F8}"/>
          </ac:spMkLst>
        </pc:spChg>
        <pc:spChg chg="add del mod">
          <ac:chgData name="Ravi Potes Mangra" userId="f6c3e66e-970a-4dac-abef-28c459f30976" providerId="ADAL" clId="{B2C1E8EB-EB94-44CA-9F50-E86E778B07B8}" dt="2026-01-31T20:51:52.143" v="42" actId="478"/>
          <ac:spMkLst>
            <pc:docMk/>
            <pc:sldMk cId="4262359238" sldId="257"/>
            <ac:spMk id="7" creationId="{563A36A4-F91B-A05D-7E1D-C478B5D3098D}"/>
          </ac:spMkLst>
        </pc:spChg>
        <pc:spChg chg="add del mod">
          <ac:chgData name="Ravi Potes Mangra" userId="f6c3e66e-970a-4dac-abef-28c459f30976" providerId="ADAL" clId="{B2C1E8EB-EB94-44CA-9F50-E86E778B07B8}" dt="2026-01-31T20:51:52.622" v="43" actId="478"/>
          <ac:spMkLst>
            <pc:docMk/>
            <pc:sldMk cId="4262359238" sldId="257"/>
            <ac:spMk id="8" creationId="{4F81B9C3-213F-934E-685C-651956EC002A}"/>
          </ac:spMkLst>
        </pc:spChg>
        <pc:spChg chg="add del mod">
          <ac:chgData name="Ravi Potes Mangra" userId="f6c3e66e-970a-4dac-abef-28c459f30976" providerId="ADAL" clId="{B2C1E8EB-EB94-44CA-9F50-E86E778B07B8}" dt="2026-01-31T20:51:52.998" v="44" actId="478"/>
          <ac:spMkLst>
            <pc:docMk/>
            <pc:sldMk cId="4262359238" sldId="257"/>
            <ac:spMk id="9" creationId="{1A632EE2-C942-049C-2BC7-B63E43931354}"/>
          </ac:spMkLst>
        </pc:spChg>
        <pc:spChg chg="add mod">
          <ac:chgData name="Ravi Potes Mangra" userId="f6c3e66e-970a-4dac-abef-28c459f30976" providerId="ADAL" clId="{B2C1E8EB-EB94-44CA-9F50-E86E778B07B8}" dt="2026-02-01T03:20:58.935" v="840" actId="1076"/>
          <ac:spMkLst>
            <pc:docMk/>
            <pc:sldMk cId="4262359238" sldId="257"/>
            <ac:spMk id="10" creationId="{FA88CC84-2451-5E39-5F40-DDFD1499D514}"/>
          </ac:spMkLst>
        </pc:spChg>
        <pc:spChg chg="add mod">
          <ac:chgData name="Ravi Potes Mangra" userId="f6c3e66e-970a-4dac-abef-28c459f30976" providerId="ADAL" clId="{B2C1E8EB-EB94-44CA-9F50-E86E778B07B8}" dt="2026-02-01T03:20:58.935" v="840" actId="1076"/>
          <ac:spMkLst>
            <pc:docMk/>
            <pc:sldMk cId="4262359238" sldId="257"/>
            <ac:spMk id="11" creationId="{0BB7FAF8-D00E-1ED0-AF2B-E2AB8203F630}"/>
          </ac:spMkLst>
        </pc:spChg>
        <pc:spChg chg="add mod">
          <ac:chgData name="Ravi Potes Mangra" userId="f6c3e66e-970a-4dac-abef-28c459f30976" providerId="ADAL" clId="{B2C1E8EB-EB94-44CA-9F50-E86E778B07B8}" dt="2026-02-01T03:20:58.935" v="840" actId="1076"/>
          <ac:spMkLst>
            <pc:docMk/>
            <pc:sldMk cId="4262359238" sldId="257"/>
            <ac:spMk id="12" creationId="{902B95B8-F1F3-4B08-D454-DE2E4CBB26D3}"/>
          </ac:spMkLst>
        </pc:spChg>
        <pc:spChg chg="add mod">
          <ac:chgData name="Ravi Potes Mangra" userId="f6c3e66e-970a-4dac-abef-28c459f30976" providerId="ADAL" clId="{B2C1E8EB-EB94-44CA-9F50-E86E778B07B8}" dt="2026-02-01T03:20:58.935" v="840" actId="1076"/>
          <ac:spMkLst>
            <pc:docMk/>
            <pc:sldMk cId="4262359238" sldId="257"/>
            <ac:spMk id="13" creationId="{CDE97DBA-3DF5-FB29-E890-2FFE9EB84EB3}"/>
          </ac:spMkLst>
        </pc:spChg>
        <pc:spChg chg="add mod">
          <ac:chgData name="Ravi Potes Mangra" userId="f6c3e66e-970a-4dac-abef-28c459f30976" providerId="ADAL" clId="{B2C1E8EB-EB94-44CA-9F50-E86E778B07B8}" dt="2026-02-01T03:20:58.935" v="840" actId="1076"/>
          <ac:spMkLst>
            <pc:docMk/>
            <pc:sldMk cId="4262359238" sldId="257"/>
            <ac:spMk id="14" creationId="{553B0AE4-93B5-7B26-BA76-0B87F6A076E9}"/>
          </ac:spMkLst>
        </pc:spChg>
        <pc:spChg chg="add mod">
          <ac:chgData name="Ravi Potes Mangra" userId="f6c3e66e-970a-4dac-abef-28c459f30976" providerId="ADAL" clId="{B2C1E8EB-EB94-44CA-9F50-E86E778B07B8}" dt="2026-01-31T20:53:47.678" v="102" actId="1076"/>
          <ac:spMkLst>
            <pc:docMk/>
            <pc:sldMk cId="4262359238" sldId="257"/>
            <ac:spMk id="15" creationId="{3A1CB025-AF32-411A-39B7-D13F9BC5F76D}"/>
          </ac:spMkLst>
        </pc:spChg>
        <pc:spChg chg="add mod">
          <ac:chgData name="Ravi Potes Mangra" userId="f6c3e66e-970a-4dac-abef-28c459f30976" providerId="ADAL" clId="{B2C1E8EB-EB94-44CA-9F50-E86E778B07B8}" dt="2026-02-01T03:18:53.860" v="821" actId="1076"/>
          <ac:spMkLst>
            <pc:docMk/>
            <pc:sldMk cId="4262359238" sldId="257"/>
            <ac:spMk id="16" creationId="{B1585E54-962B-8F95-0E4D-D537F236FF70}"/>
          </ac:spMkLst>
        </pc:spChg>
        <pc:spChg chg="add mod">
          <ac:chgData name="Ravi Potes Mangra" userId="f6c3e66e-970a-4dac-abef-28c459f30976" providerId="ADAL" clId="{B2C1E8EB-EB94-44CA-9F50-E86E778B07B8}" dt="2026-02-01T03:21:10.097" v="850" actId="20577"/>
          <ac:spMkLst>
            <pc:docMk/>
            <pc:sldMk cId="4262359238" sldId="257"/>
            <ac:spMk id="17" creationId="{A50FD091-1B33-5F2D-15FA-593E93CE1593}"/>
          </ac:spMkLst>
        </pc:spChg>
      </pc:sldChg>
      <pc:sldChg chg="addSp delSp modSp new mod">
        <pc:chgData name="Ravi Potes Mangra" userId="f6c3e66e-970a-4dac-abef-28c459f30976" providerId="ADAL" clId="{B2C1E8EB-EB94-44CA-9F50-E86E778B07B8}" dt="2026-02-01T03:19:09.321" v="825" actId="1076"/>
        <pc:sldMkLst>
          <pc:docMk/>
          <pc:sldMk cId="558483625" sldId="258"/>
        </pc:sldMkLst>
        <pc:spChg chg="add mod">
          <ac:chgData name="Ravi Potes Mangra" userId="f6c3e66e-970a-4dac-abef-28c459f30976" providerId="ADAL" clId="{B2C1E8EB-EB94-44CA-9F50-E86E778B07B8}" dt="2026-01-31T21:02:09.273" v="381" actId="1076"/>
          <ac:spMkLst>
            <pc:docMk/>
            <pc:sldMk cId="558483625" sldId="258"/>
            <ac:spMk id="2" creationId="{6BD37EC0-4641-965A-3CAC-564384996A0E}"/>
          </ac:spMkLst>
        </pc:spChg>
        <pc:spChg chg="add mod">
          <ac:chgData name="Ravi Potes Mangra" userId="f6c3e66e-970a-4dac-abef-28c459f30976" providerId="ADAL" clId="{B2C1E8EB-EB94-44CA-9F50-E86E778B07B8}" dt="2026-02-01T03:19:09.321" v="825" actId="1076"/>
          <ac:spMkLst>
            <pc:docMk/>
            <pc:sldMk cId="558483625" sldId="258"/>
            <ac:spMk id="3" creationId="{C3FC460E-4334-37B2-20A7-7DD8F710C079}"/>
          </ac:spMkLst>
        </pc:spChg>
        <pc:spChg chg="add mod">
          <ac:chgData name="Ravi Potes Mangra" userId="f6c3e66e-970a-4dac-abef-28c459f30976" providerId="ADAL" clId="{B2C1E8EB-EB94-44CA-9F50-E86E778B07B8}" dt="2026-01-31T20:57:59.932" v="253" actId="1076"/>
          <ac:spMkLst>
            <pc:docMk/>
            <pc:sldMk cId="558483625" sldId="258"/>
            <ac:spMk id="4" creationId="{986BD357-79AA-EB8B-328C-77B7647747F8}"/>
          </ac:spMkLst>
        </pc:spChg>
        <pc:spChg chg="add mod">
          <ac:chgData name="Ravi Potes Mangra" userId="f6c3e66e-970a-4dac-abef-28c459f30976" providerId="ADAL" clId="{B2C1E8EB-EB94-44CA-9F50-E86E778B07B8}" dt="2026-01-31T20:58:23.400" v="296" actId="20577"/>
          <ac:spMkLst>
            <pc:docMk/>
            <pc:sldMk cId="558483625" sldId="258"/>
            <ac:spMk id="5" creationId="{47FEDB9E-6050-54DB-D07E-8B4184685777}"/>
          </ac:spMkLst>
        </pc:spChg>
        <pc:spChg chg="add mod">
          <ac:chgData name="Ravi Potes Mangra" userId="f6c3e66e-970a-4dac-abef-28c459f30976" providerId="ADAL" clId="{B2C1E8EB-EB94-44CA-9F50-E86E778B07B8}" dt="2026-01-31T20:57:45.507" v="252" actId="2710"/>
          <ac:spMkLst>
            <pc:docMk/>
            <pc:sldMk cId="558483625" sldId="258"/>
            <ac:spMk id="6" creationId="{13AC8412-CFBE-4B97-9090-20AF6FCC7E1E}"/>
          </ac:spMkLst>
        </pc:spChg>
        <pc:spChg chg="add mod">
          <ac:chgData name="Ravi Potes Mangra" userId="f6c3e66e-970a-4dac-abef-28c459f30976" providerId="ADAL" clId="{B2C1E8EB-EB94-44CA-9F50-E86E778B07B8}" dt="2026-01-31T21:01:54.718" v="378" actId="1076"/>
          <ac:spMkLst>
            <pc:docMk/>
            <pc:sldMk cId="558483625" sldId="258"/>
            <ac:spMk id="7" creationId="{6378953B-8389-D846-67BF-6ED3ED8D424D}"/>
          </ac:spMkLst>
        </pc:spChg>
        <pc:spChg chg="add del mod">
          <ac:chgData name="Ravi Potes Mangra" userId="f6c3e66e-970a-4dac-abef-28c459f30976" providerId="ADAL" clId="{B2C1E8EB-EB94-44CA-9F50-E86E778B07B8}" dt="2026-01-31T21:04:42.308" v="429" actId="478"/>
          <ac:spMkLst>
            <pc:docMk/>
            <pc:sldMk cId="558483625" sldId="258"/>
            <ac:spMk id="8" creationId="{5F11BB65-B3DB-8952-7053-3D5FADC45AC8}"/>
          </ac:spMkLst>
        </pc:spChg>
        <pc:spChg chg="add del mod">
          <ac:chgData name="Ravi Potes Mangra" userId="f6c3e66e-970a-4dac-abef-28c459f30976" providerId="ADAL" clId="{B2C1E8EB-EB94-44CA-9F50-E86E778B07B8}" dt="2026-01-31T21:05:10.798" v="449" actId="478"/>
          <ac:spMkLst>
            <pc:docMk/>
            <pc:sldMk cId="558483625" sldId="258"/>
            <ac:spMk id="9" creationId="{A306FB80-7040-5BD5-59A2-A6A996ACDB2E}"/>
          </ac:spMkLst>
        </pc:spChg>
        <pc:spChg chg="add mod">
          <ac:chgData name="Ravi Potes Mangra" userId="f6c3e66e-970a-4dac-abef-28c459f30976" providerId="ADAL" clId="{B2C1E8EB-EB94-44CA-9F50-E86E778B07B8}" dt="2026-01-31T20:58:27.968" v="297" actId="20577"/>
          <ac:spMkLst>
            <pc:docMk/>
            <pc:sldMk cId="558483625" sldId="258"/>
            <ac:spMk id="10" creationId="{96FDC118-AE7B-50DA-5781-77A60577172D}"/>
          </ac:spMkLst>
        </pc:spChg>
        <pc:spChg chg="add mod">
          <ac:chgData name="Ravi Potes Mangra" userId="f6c3e66e-970a-4dac-abef-28c459f30976" providerId="ADAL" clId="{B2C1E8EB-EB94-44CA-9F50-E86E778B07B8}" dt="2026-01-31T20:59:01.598" v="330" actId="20577"/>
          <ac:spMkLst>
            <pc:docMk/>
            <pc:sldMk cId="558483625" sldId="258"/>
            <ac:spMk id="11" creationId="{BC5CDB68-549A-384F-BA7E-55ED8ACCB72D}"/>
          </ac:spMkLst>
        </pc:spChg>
        <pc:spChg chg="add mod">
          <ac:chgData name="Ravi Potes Mangra" userId="f6c3e66e-970a-4dac-abef-28c459f30976" providerId="ADAL" clId="{B2C1E8EB-EB94-44CA-9F50-E86E778B07B8}" dt="2026-01-31T21:01:54.718" v="378" actId="1076"/>
          <ac:spMkLst>
            <pc:docMk/>
            <pc:sldMk cId="558483625" sldId="258"/>
            <ac:spMk id="12" creationId="{1D323981-4AA6-92AA-9D05-F82B7131DFFE}"/>
          </ac:spMkLst>
        </pc:spChg>
        <pc:spChg chg="add mod">
          <ac:chgData name="Ravi Potes Mangra" userId="f6c3e66e-970a-4dac-abef-28c459f30976" providerId="ADAL" clId="{B2C1E8EB-EB94-44CA-9F50-E86E778B07B8}" dt="2026-01-31T21:01:54.718" v="378" actId="1076"/>
          <ac:spMkLst>
            <pc:docMk/>
            <pc:sldMk cId="558483625" sldId="258"/>
            <ac:spMk id="13" creationId="{3B3CD1F1-6E1E-B35D-D1BE-D9D8BCF0A392}"/>
          </ac:spMkLst>
        </pc:spChg>
        <pc:spChg chg="add mod">
          <ac:chgData name="Ravi Potes Mangra" userId="f6c3e66e-970a-4dac-abef-28c459f30976" providerId="ADAL" clId="{B2C1E8EB-EB94-44CA-9F50-E86E778B07B8}" dt="2026-01-31T21:04:01.871" v="421" actId="20577"/>
          <ac:spMkLst>
            <pc:docMk/>
            <pc:sldMk cId="558483625" sldId="258"/>
            <ac:spMk id="14" creationId="{36B78476-E20D-1573-5F9B-EDF621BDF587}"/>
          </ac:spMkLst>
        </pc:spChg>
        <pc:spChg chg="add mod">
          <ac:chgData name="Ravi Potes Mangra" userId="f6c3e66e-970a-4dac-abef-28c459f30976" providerId="ADAL" clId="{B2C1E8EB-EB94-44CA-9F50-E86E778B07B8}" dt="2026-01-31T21:03:57.372" v="410" actId="20577"/>
          <ac:spMkLst>
            <pc:docMk/>
            <pc:sldMk cId="558483625" sldId="258"/>
            <ac:spMk id="15" creationId="{8BB44C06-0D6C-3BA4-6163-0B8DD1F24333}"/>
          </ac:spMkLst>
        </pc:spChg>
        <pc:spChg chg="add mod">
          <ac:chgData name="Ravi Potes Mangra" userId="f6c3e66e-970a-4dac-abef-28c459f30976" providerId="ADAL" clId="{B2C1E8EB-EB94-44CA-9F50-E86E778B07B8}" dt="2026-01-31T21:01:54.718" v="378" actId="1076"/>
          <ac:spMkLst>
            <pc:docMk/>
            <pc:sldMk cId="558483625" sldId="258"/>
            <ac:spMk id="16" creationId="{6888A43B-C1DE-115F-FC99-BBE749121B42}"/>
          </ac:spMkLst>
        </pc:spChg>
        <pc:spChg chg="add mod">
          <ac:chgData name="Ravi Potes Mangra" userId="f6c3e66e-970a-4dac-abef-28c459f30976" providerId="ADAL" clId="{B2C1E8EB-EB94-44CA-9F50-E86E778B07B8}" dt="2026-01-31T21:01:54.718" v="378" actId="1076"/>
          <ac:spMkLst>
            <pc:docMk/>
            <pc:sldMk cId="558483625" sldId="258"/>
            <ac:spMk id="17" creationId="{E586E2AF-C270-5566-0B25-772636524559}"/>
          </ac:spMkLst>
        </pc:spChg>
        <pc:spChg chg="add mod">
          <ac:chgData name="Ravi Potes Mangra" userId="f6c3e66e-970a-4dac-abef-28c459f30976" providerId="ADAL" clId="{B2C1E8EB-EB94-44CA-9F50-E86E778B07B8}" dt="2026-01-31T21:01:54.718" v="378" actId="1076"/>
          <ac:spMkLst>
            <pc:docMk/>
            <pc:sldMk cId="558483625" sldId="258"/>
            <ac:spMk id="18" creationId="{25CB93A8-D9C7-0CF4-EA34-B53A43654BE4}"/>
          </ac:spMkLst>
        </pc:spChg>
        <pc:spChg chg="add mod">
          <ac:chgData name="Ravi Potes Mangra" userId="f6c3e66e-970a-4dac-abef-28c459f30976" providerId="ADAL" clId="{B2C1E8EB-EB94-44CA-9F50-E86E778B07B8}" dt="2026-01-31T21:01:54.718" v="378" actId="1076"/>
          <ac:spMkLst>
            <pc:docMk/>
            <pc:sldMk cId="558483625" sldId="258"/>
            <ac:spMk id="19" creationId="{B495B742-0B29-3638-D74D-083FCACA700A}"/>
          </ac:spMkLst>
        </pc:spChg>
        <pc:spChg chg="add mod">
          <ac:chgData name="Ravi Potes Mangra" userId="f6c3e66e-970a-4dac-abef-28c459f30976" providerId="ADAL" clId="{B2C1E8EB-EB94-44CA-9F50-E86E778B07B8}" dt="2026-01-31T21:05:01.466" v="436" actId="1076"/>
          <ac:spMkLst>
            <pc:docMk/>
            <pc:sldMk cId="558483625" sldId="258"/>
            <ac:spMk id="20" creationId="{AA3F8B03-3DFD-8C05-24AB-A4D6110C35EF}"/>
          </ac:spMkLst>
        </pc:spChg>
        <pc:spChg chg="add mod">
          <ac:chgData name="Ravi Potes Mangra" userId="f6c3e66e-970a-4dac-abef-28c459f30976" providerId="ADAL" clId="{B2C1E8EB-EB94-44CA-9F50-E86E778B07B8}" dt="2026-01-31T21:09:12.613" v="539" actId="1076"/>
          <ac:spMkLst>
            <pc:docMk/>
            <pc:sldMk cId="558483625" sldId="258"/>
            <ac:spMk id="21" creationId="{639F4EAA-813B-554E-F5B5-133A7386F962}"/>
          </ac:spMkLst>
        </pc:spChg>
        <pc:spChg chg="add mod">
          <ac:chgData name="Ravi Potes Mangra" userId="f6c3e66e-970a-4dac-abef-28c459f30976" providerId="ADAL" clId="{B2C1E8EB-EB94-44CA-9F50-E86E778B07B8}" dt="2026-01-31T21:01:50.816" v="377" actId="1076"/>
          <ac:spMkLst>
            <pc:docMk/>
            <pc:sldMk cId="558483625" sldId="258"/>
            <ac:spMk id="22" creationId="{6583CCDF-751A-DA0E-EF24-1F83EACD68D2}"/>
          </ac:spMkLst>
        </pc:spChg>
        <pc:spChg chg="add mod">
          <ac:chgData name="Ravi Potes Mangra" userId="f6c3e66e-970a-4dac-abef-28c459f30976" providerId="ADAL" clId="{B2C1E8EB-EB94-44CA-9F50-E86E778B07B8}" dt="2026-01-31T21:01:50.816" v="377" actId="1076"/>
          <ac:spMkLst>
            <pc:docMk/>
            <pc:sldMk cId="558483625" sldId="258"/>
            <ac:spMk id="23" creationId="{0767B189-7246-2B44-062C-6EAD3A3F99DE}"/>
          </ac:spMkLst>
        </pc:spChg>
        <pc:spChg chg="add del mod">
          <ac:chgData name="Ravi Potes Mangra" userId="f6c3e66e-970a-4dac-abef-28c459f30976" providerId="ADAL" clId="{B2C1E8EB-EB94-44CA-9F50-E86E778B07B8}" dt="2026-01-31T21:03:50.559" v="390" actId="478"/>
          <ac:spMkLst>
            <pc:docMk/>
            <pc:sldMk cId="558483625" sldId="258"/>
            <ac:spMk id="24" creationId="{F1147E09-5228-4901-230E-7C9909064B97}"/>
          </ac:spMkLst>
        </pc:spChg>
        <pc:spChg chg="add mod">
          <ac:chgData name="Ravi Potes Mangra" userId="f6c3e66e-970a-4dac-abef-28c459f30976" providerId="ADAL" clId="{B2C1E8EB-EB94-44CA-9F50-E86E778B07B8}" dt="2026-01-31T21:04:34.141" v="427" actId="1076"/>
          <ac:spMkLst>
            <pc:docMk/>
            <pc:sldMk cId="558483625" sldId="258"/>
            <ac:spMk id="25" creationId="{60F0799F-E11C-FE0A-A052-FDDF471657D2}"/>
          </ac:spMkLst>
        </pc:spChg>
        <pc:spChg chg="add mod">
          <ac:chgData name="Ravi Potes Mangra" userId="f6c3e66e-970a-4dac-abef-28c459f30976" providerId="ADAL" clId="{B2C1E8EB-EB94-44CA-9F50-E86E778B07B8}" dt="2026-01-31T21:04:12.723" v="423" actId="207"/>
          <ac:spMkLst>
            <pc:docMk/>
            <pc:sldMk cId="558483625" sldId="258"/>
            <ac:spMk id="26" creationId="{35F3354C-E9F5-5A1B-ECDE-391C31642BD1}"/>
          </ac:spMkLst>
        </pc:spChg>
        <pc:spChg chg="add mod">
          <ac:chgData name="Ravi Potes Mangra" userId="f6c3e66e-970a-4dac-abef-28c459f30976" providerId="ADAL" clId="{B2C1E8EB-EB94-44CA-9F50-E86E778B07B8}" dt="2026-01-31T21:04:21.301" v="425" actId="1076"/>
          <ac:spMkLst>
            <pc:docMk/>
            <pc:sldMk cId="558483625" sldId="258"/>
            <ac:spMk id="27" creationId="{741AFD15-4E9C-644B-8EF5-3B4ECFB1486F}"/>
          </ac:spMkLst>
        </pc:spChg>
        <pc:spChg chg="add mod">
          <ac:chgData name="Ravi Potes Mangra" userId="f6c3e66e-970a-4dac-abef-28c459f30976" providerId="ADAL" clId="{B2C1E8EB-EB94-44CA-9F50-E86E778B07B8}" dt="2026-01-31T21:09:14.910" v="540" actId="1076"/>
          <ac:spMkLst>
            <pc:docMk/>
            <pc:sldMk cId="558483625" sldId="258"/>
            <ac:spMk id="28" creationId="{F683DCAC-B648-C3C7-90CA-27CD3D1A536D}"/>
          </ac:spMkLst>
        </pc:spChg>
        <pc:spChg chg="add mod">
          <ac:chgData name="Ravi Potes Mangra" userId="f6c3e66e-970a-4dac-abef-28c459f30976" providerId="ADAL" clId="{B2C1E8EB-EB94-44CA-9F50-E86E778B07B8}" dt="2026-01-31T21:09:06.931" v="538" actId="20577"/>
          <ac:spMkLst>
            <pc:docMk/>
            <pc:sldMk cId="558483625" sldId="258"/>
            <ac:spMk id="29" creationId="{27A4097D-563C-5BEB-180B-24C732BCADA5}"/>
          </ac:spMkLst>
        </pc:spChg>
        <pc:spChg chg="add mod">
          <ac:chgData name="Ravi Potes Mangra" userId="f6c3e66e-970a-4dac-abef-28c459f30976" providerId="ADAL" clId="{B2C1E8EB-EB94-44CA-9F50-E86E778B07B8}" dt="2026-01-31T21:09:21.914" v="543" actId="14100"/>
          <ac:spMkLst>
            <pc:docMk/>
            <pc:sldMk cId="558483625" sldId="258"/>
            <ac:spMk id="30" creationId="{9A25B762-2578-F135-C9E8-9F4CFD7ACF89}"/>
          </ac:spMkLst>
        </pc:spChg>
      </pc:sldChg>
      <pc:sldChg chg="addSp delSp modSp new mod">
        <pc:chgData name="Ravi Potes Mangra" userId="f6c3e66e-970a-4dac-abef-28c459f30976" providerId="ADAL" clId="{B2C1E8EB-EB94-44CA-9F50-E86E778B07B8}" dt="2026-02-01T02:09:27.271" v="700" actId="1076"/>
        <pc:sldMkLst>
          <pc:docMk/>
          <pc:sldMk cId="736734725" sldId="259"/>
        </pc:sldMkLst>
        <pc:spChg chg="add mod">
          <ac:chgData name="Ravi Potes Mangra" userId="f6c3e66e-970a-4dac-abef-28c459f30976" providerId="ADAL" clId="{B2C1E8EB-EB94-44CA-9F50-E86E778B07B8}" dt="2026-01-31T21:10:34.832" v="584" actId="1076"/>
          <ac:spMkLst>
            <pc:docMk/>
            <pc:sldMk cId="736734725" sldId="259"/>
            <ac:spMk id="2" creationId="{0DE24D2C-8151-05B0-71A5-A98B07E4D30F}"/>
          </ac:spMkLst>
        </pc:spChg>
        <pc:spChg chg="add mod">
          <ac:chgData name="Ravi Potes Mangra" userId="f6c3e66e-970a-4dac-abef-28c459f30976" providerId="ADAL" clId="{B2C1E8EB-EB94-44CA-9F50-E86E778B07B8}" dt="2026-01-31T21:11:40.748" v="590" actId="1076"/>
          <ac:spMkLst>
            <pc:docMk/>
            <pc:sldMk cId="736734725" sldId="259"/>
            <ac:spMk id="3" creationId="{71A7C33F-B25B-9209-530A-17FD87828961}"/>
          </ac:spMkLst>
        </pc:spChg>
        <pc:spChg chg="add mod">
          <ac:chgData name="Ravi Potes Mangra" userId="f6c3e66e-970a-4dac-abef-28c459f30976" providerId="ADAL" clId="{B2C1E8EB-EB94-44CA-9F50-E86E778B07B8}" dt="2026-01-31T21:11:13.794" v="587" actId="1076"/>
          <ac:spMkLst>
            <pc:docMk/>
            <pc:sldMk cId="736734725" sldId="259"/>
            <ac:spMk id="4" creationId="{56CCB40F-337F-06BD-7ABC-A2346E98EED7}"/>
          </ac:spMkLst>
        </pc:spChg>
        <pc:spChg chg="add mod">
          <ac:chgData name="Ravi Potes Mangra" userId="f6c3e66e-970a-4dac-abef-28c459f30976" providerId="ADAL" clId="{B2C1E8EB-EB94-44CA-9F50-E86E778B07B8}" dt="2026-02-01T02:09:27.271" v="700" actId="1076"/>
          <ac:spMkLst>
            <pc:docMk/>
            <pc:sldMk cId="736734725" sldId="259"/>
            <ac:spMk id="7" creationId="{8EC42E25-97E1-9C11-109E-5F66D6CD9A42}"/>
          </ac:spMkLst>
        </pc:spChg>
        <pc:spChg chg="add mod">
          <ac:chgData name="Ravi Potes Mangra" userId="f6c3e66e-970a-4dac-abef-28c459f30976" providerId="ADAL" clId="{B2C1E8EB-EB94-44CA-9F50-E86E778B07B8}" dt="2026-02-01T02:09:27.271" v="700" actId="1076"/>
          <ac:spMkLst>
            <pc:docMk/>
            <pc:sldMk cId="736734725" sldId="259"/>
            <ac:spMk id="8" creationId="{6C0F801F-CB1F-9C2E-3125-EF1D921E457E}"/>
          </ac:spMkLst>
        </pc:spChg>
        <pc:spChg chg="del mod">
          <ac:chgData name="Ravi Potes Mangra" userId="f6c3e66e-970a-4dac-abef-28c459f30976" providerId="ADAL" clId="{B2C1E8EB-EB94-44CA-9F50-E86E778B07B8}" dt="2026-02-01T02:09:24.430" v="699" actId="478"/>
          <ac:spMkLst>
            <pc:docMk/>
            <pc:sldMk cId="736734725" sldId="259"/>
            <ac:spMk id="10" creationId="{CEAF44AE-2AA2-F728-3EEB-89CAB125848B}"/>
          </ac:spMkLst>
        </pc:spChg>
        <pc:spChg chg="add mod">
          <ac:chgData name="Ravi Potes Mangra" userId="f6c3e66e-970a-4dac-abef-28c459f30976" providerId="ADAL" clId="{B2C1E8EB-EB94-44CA-9F50-E86E778B07B8}" dt="2026-02-01T02:09:27.271" v="700" actId="1076"/>
          <ac:spMkLst>
            <pc:docMk/>
            <pc:sldMk cId="736734725" sldId="259"/>
            <ac:spMk id="12" creationId="{428AFBCD-0C7C-30DB-68D6-1B0FF0B8159F}"/>
          </ac:spMkLst>
        </pc:spChg>
        <pc:spChg chg="add mod">
          <ac:chgData name="Ravi Potes Mangra" userId="f6c3e66e-970a-4dac-abef-28c459f30976" providerId="ADAL" clId="{B2C1E8EB-EB94-44CA-9F50-E86E778B07B8}" dt="2026-02-01T02:09:27.271" v="700" actId="1076"/>
          <ac:spMkLst>
            <pc:docMk/>
            <pc:sldMk cId="736734725" sldId="259"/>
            <ac:spMk id="16" creationId="{4870A1F6-79DB-2F15-51A9-B31E132B39F9}"/>
          </ac:spMkLst>
        </pc:spChg>
        <pc:spChg chg="mod">
          <ac:chgData name="Ravi Potes Mangra" userId="f6c3e66e-970a-4dac-abef-28c459f30976" providerId="ADAL" clId="{B2C1E8EB-EB94-44CA-9F50-E86E778B07B8}" dt="2026-02-01T02:08:09.706" v="666" actId="1076"/>
          <ac:spMkLst>
            <pc:docMk/>
            <pc:sldMk cId="736734725" sldId="259"/>
            <ac:spMk id="17" creationId="{55F14826-3559-CA0F-E2B7-4370320F7A79}"/>
          </ac:spMkLst>
        </pc:spChg>
        <pc:spChg chg="add mod">
          <ac:chgData name="Ravi Potes Mangra" userId="f6c3e66e-970a-4dac-abef-28c459f30976" providerId="ADAL" clId="{B2C1E8EB-EB94-44CA-9F50-E86E778B07B8}" dt="2026-02-01T02:09:27.271" v="700" actId="1076"/>
          <ac:spMkLst>
            <pc:docMk/>
            <pc:sldMk cId="736734725" sldId="259"/>
            <ac:spMk id="18" creationId="{B1A1C0C8-2AAD-B135-4A76-9CBF20B6481F}"/>
          </ac:spMkLst>
        </pc:spChg>
        <pc:spChg chg="add mod">
          <ac:chgData name="Ravi Potes Mangra" userId="f6c3e66e-970a-4dac-abef-28c459f30976" providerId="ADAL" clId="{B2C1E8EB-EB94-44CA-9F50-E86E778B07B8}" dt="2026-02-01T02:09:27.271" v="700" actId="1076"/>
          <ac:spMkLst>
            <pc:docMk/>
            <pc:sldMk cId="736734725" sldId="259"/>
            <ac:spMk id="20" creationId="{5DEC751D-FEF9-2E97-AC82-05318E5C6666}"/>
          </ac:spMkLst>
        </pc:spChg>
        <pc:spChg chg="add mod">
          <ac:chgData name="Ravi Potes Mangra" userId="f6c3e66e-970a-4dac-abef-28c459f30976" providerId="ADAL" clId="{B2C1E8EB-EB94-44CA-9F50-E86E778B07B8}" dt="2026-02-01T02:09:27.271" v="700" actId="1076"/>
          <ac:spMkLst>
            <pc:docMk/>
            <pc:sldMk cId="736734725" sldId="259"/>
            <ac:spMk id="22" creationId="{2092905E-42E7-474A-F4A1-E7A4ABBFDE6C}"/>
          </ac:spMkLst>
        </pc:spChg>
        <pc:spChg chg="add mod">
          <ac:chgData name="Ravi Potes Mangra" userId="f6c3e66e-970a-4dac-abef-28c459f30976" providerId="ADAL" clId="{B2C1E8EB-EB94-44CA-9F50-E86E778B07B8}" dt="2026-02-01T02:09:27.271" v="700" actId="1076"/>
          <ac:spMkLst>
            <pc:docMk/>
            <pc:sldMk cId="736734725" sldId="259"/>
            <ac:spMk id="23" creationId="{05DE5635-BAA2-59B7-2934-62F14E624DED}"/>
          </ac:spMkLst>
        </pc:spChg>
        <pc:spChg chg="add mod">
          <ac:chgData name="Ravi Potes Mangra" userId="f6c3e66e-970a-4dac-abef-28c459f30976" providerId="ADAL" clId="{B2C1E8EB-EB94-44CA-9F50-E86E778B07B8}" dt="2026-02-01T02:09:27.271" v="700" actId="1076"/>
          <ac:spMkLst>
            <pc:docMk/>
            <pc:sldMk cId="736734725" sldId="259"/>
            <ac:spMk id="24" creationId="{D58235B9-5C16-C710-7975-5E7383672CA0}"/>
          </ac:spMkLst>
        </pc:spChg>
        <pc:spChg chg="add mod">
          <ac:chgData name="Ravi Potes Mangra" userId="f6c3e66e-970a-4dac-abef-28c459f30976" providerId="ADAL" clId="{B2C1E8EB-EB94-44CA-9F50-E86E778B07B8}" dt="2026-01-31T21:11:55.444" v="603" actId="1076"/>
          <ac:spMkLst>
            <pc:docMk/>
            <pc:sldMk cId="736734725" sldId="259"/>
            <ac:spMk id="25" creationId="{0E2BB12F-4858-E825-0DBE-5ED4135EA713}"/>
          </ac:spMkLst>
        </pc:spChg>
        <pc:spChg chg="add mod">
          <ac:chgData name="Ravi Potes Mangra" userId="f6c3e66e-970a-4dac-abef-28c459f30976" providerId="ADAL" clId="{B2C1E8EB-EB94-44CA-9F50-E86E778B07B8}" dt="2026-02-01T02:09:27.271" v="700" actId="1076"/>
          <ac:spMkLst>
            <pc:docMk/>
            <pc:sldMk cId="736734725" sldId="259"/>
            <ac:spMk id="26" creationId="{ABEF90B0-974C-F254-8BFE-F6756AB6069E}"/>
          </ac:spMkLst>
        </pc:spChg>
      </pc:sldChg>
      <pc:sldChg chg="new">
        <pc:chgData name="Ravi Potes Mangra" userId="f6c3e66e-970a-4dac-abef-28c459f30976" providerId="ADAL" clId="{B2C1E8EB-EB94-44CA-9F50-E86E778B07B8}" dt="2026-01-31T21:13:23.509" v="604" actId="680"/>
        <pc:sldMkLst>
          <pc:docMk/>
          <pc:sldMk cId="213476011" sldId="260"/>
        </pc:sldMkLst>
      </pc:sldChg>
      <pc:sldChg chg="new">
        <pc:chgData name="Ravi Potes Mangra" userId="f6c3e66e-970a-4dac-abef-28c459f30976" providerId="ADAL" clId="{B2C1E8EB-EB94-44CA-9F50-E86E778B07B8}" dt="2026-01-31T21:47:15.689" v="605" actId="680"/>
        <pc:sldMkLst>
          <pc:docMk/>
          <pc:sldMk cId="2366562482" sldId="261"/>
        </pc:sldMkLst>
      </pc:sldChg>
      <pc:sldChg chg="new">
        <pc:chgData name="Ravi Potes Mangra" userId="f6c3e66e-970a-4dac-abef-28c459f30976" providerId="ADAL" clId="{B2C1E8EB-EB94-44CA-9F50-E86E778B07B8}" dt="2026-01-31T21:47:15.784" v="606" actId="680"/>
        <pc:sldMkLst>
          <pc:docMk/>
          <pc:sldMk cId="3733978778" sldId="262"/>
        </pc:sldMkLst>
      </pc:sldChg>
      <pc:sldChg chg="addSp modSp new mod">
        <pc:chgData name="Ravi Potes Mangra" userId="f6c3e66e-970a-4dac-abef-28c459f30976" providerId="ADAL" clId="{B2C1E8EB-EB94-44CA-9F50-E86E778B07B8}" dt="2026-02-01T03:20:39.460" v="839" actId="1076"/>
        <pc:sldMkLst>
          <pc:docMk/>
          <pc:sldMk cId="4120626109" sldId="263"/>
        </pc:sldMkLst>
        <pc:spChg chg="add mod">
          <ac:chgData name="Ravi Potes Mangra" userId="f6c3e66e-970a-4dac-abef-28c459f30976" providerId="ADAL" clId="{B2C1E8EB-EB94-44CA-9F50-E86E778B07B8}" dt="2026-02-01T03:20:39.460" v="839" actId="1076"/>
          <ac:spMkLst>
            <pc:docMk/>
            <pc:sldMk cId="4120626109" sldId="263"/>
            <ac:spMk id="2" creationId="{36A7F0F6-EFBF-C6C2-E8E0-9F028DA514EB}"/>
          </ac:spMkLst>
        </pc:spChg>
        <pc:spChg chg="add mod">
          <ac:chgData name="Ravi Potes Mangra" userId="f6c3e66e-970a-4dac-abef-28c459f30976" providerId="ADAL" clId="{B2C1E8EB-EB94-44CA-9F50-E86E778B07B8}" dt="2026-02-01T02:11:54.472" v="726" actId="1076"/>
          <ac:spMkLst>
            <pc:docMk/>
            <pc:sldMk cId="4120626109" sldId="263"/>
            <ac:spMk id="3" creationId="{530679A3-3D79-EA5C-B80B-EF36C7E8EA56}"/>
          </ac:spMkLst>
        </pc:spChg>
        <pc:spChg chg="add mod">
          <ac:chgData name="Ravi Potes Mangra" userId="f6c3e66e-970a-4dac-abef-28c459f30976" providerId="ADAL" clId="{B2C1E8EB-EB94-44CA-9F50-E86E778B07B8}" dt="2026-02-01T02:12:09.013" v="739" actId="20577"/>
          <ac:spMkLst>
            <pc:docMk/>
            <pc:sldMk cId="4120626109" sldId="263"/>
            <ac:spMk id="4" creationId="{AB60F40C-87F0-411D-2AD0-C94C62A9786B}"/>
          </ac:spMkLst>
        </pc:spChg>
        <pc:spChg chg="add mod">
          <ac:chgData name="Ravi Potes Mangra" userId="f6c3e66e-970a-4dac-abef-28c459f30976" providerId="ADAL" clId="{B2C1E8EB-EB94-44CA-9F50-E86E778B07B8}" dt="2026-02-01T02:12:24.560" v="756" actId="20577"/>
          <ac:spMkLst>
            <pc:docMk/>
            <pc:sldMk cId="4120626109" sldId="263"/>
            <ac:spMk id="5" creationId="{9803A4DF-D167-9B22-36DB-86CDA45A569C}"/>
          </ac:spMkLst>
        </pc:spChg>
        <pc:spChg chg="add mod">
          <ac:chgData name="Ravi Potes Mangra" userId="f6c3e66e-970a-4dac-abef-28c459f30976" providerId="ADAL" clId="{B2C1E8EB-EB94-44CA-9F50-E86E778B07B8}" dt="2026-02-01T02:12:35.008" v="770" actId="1076"/>
          <ac:spMkLst>
            <pc:docMk/>
            <pc:sldMk cId="4120626109" sldId="263"/>
            <ac:spMk id="6" creationId="{D6E71A10-A70C-0663-9B16-D3B3D1E41420}"/>
          </ac:spMkLst>
        </pc:spChg>
        <pc:spChg chg="add mod">
          <ac:chgData name="Ravi Potes Mangra" userId="f6c3e66e-970a-4dac-abef-28c459f30976" providerId="ADAL" clId="{B2C1E8EB-EB94-44CA-9F50-E86E778B07B8}" dt="2026-02-01T02:12:43.920" v="776" actId="1076"/>
          <ac:spMkLst>
            <pc:docMk/>
            <pc:sldMk cId="4120626109" sldId="263"/>
            <ac:spMk id="7" creationId="{2A578000-AA8E-8495-3106-19FC2D267745}"/>
          </ac:spMkLst>
        </pc:spChg>
        <pc:spChg chg="add mod">
          <ac:chgData name="Ravi Potes Mangra" userId="f6c3e66e-970a-4dac-abef-28c459f30976" providerId="ADAL" clId="{B2C1E8EB-EB94-44CA-9F50-E86E778B07B8}" dt="2026-02-01T02:12:42.036" v="775" actId="1076"/>
          <ac:spMkLst>
            <pc:docMk/>
            <pc:sldMk cId="4120626109" sldId="263"/>
            <ac:spMk id="8" creationId="{9B147552-BEA4-EB48-5094-27CBCFF252C7}"/>
          </ac:spMkLst>
        </pc:spChg>
        <pc:spChg chg="add mod">
          <ac:chgData name="Ravi Potes Mangra" userId="f6c3e66e-970a-4dac-abef-28c459f30976" providerId="ADAL" clId="{B2C1E8EB-EB94-44CA-9F50-E86E778B07B8}" dt="2026-02-01T02:12:58.631" v="786" actId="20577"/>
          <ac:spMkLst>
            <pc:docMk/>
            <pc:sldMk cId="4120626109" sldId="263"/>
            <ac:spMk id="9" creationId="{5F7E0BC9-3DFB-2BD0-13DF-C54ADB261B02}"/>
          </ac:spMkLst>
        </pc:spChg>
        <pc:spChg chg="add mod">
          <ac:chgData name="Ravi Potes Mangra" userId="f6c3e66e-970a-4dac-abef-28c459f30976" providerId="ADAL" clId="{B2C1E8EB-EB94-44CA-9F50-E86E778B07B8}" dt="2026-02-01T02:13:05.161" v="793" actId="1076"/>
          <ac:spMkLst>
            <pc:docMk/>
            <pc:sldMk cId="4120626109" sldId="263"/>
            <ac:spMk id="10" creationId="{9988E0EF-31D1-460B-9095-6A1B266010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2A01-A601-91E0-8BFE-734518B5D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7789B-85F5-9FE0-802F-A58876B51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AD347-1306-90DF-B9D4-4E05CCA86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A68A6-F5F6-0964-BFAF-E1FFC13BD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93260-D320-91AD-0AB3-1E8F016A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95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521E-0EBC-CC04-D8CE-0E48163ED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D6B31-BB6A-05E6-7667-2E7E40AE1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5EA2B-B90F-4249-372C-AC948A486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DFFBD-91C8-DC00-8651-D6A9FB95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70D66-302B-D942-5B7C-242F89C1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22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1498-1DCF-EF9A-509F-B8B47F1A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9480C-D021-2663-D467-563DA7A92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6AB11-79F5-7189-B001-3A3A67CA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2D279-D82F-FA2C-BBBF-CD182D320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D8915-1613-9808-9973-CFF2463C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8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4D00-CB43-EBDA-B062-43687240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C23CD-A81E-3358-E1F8-A35761CFA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091A9-FB28-5F3E-29F7-E6051F08A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DA790-224C-263D-98F5-265A14BFE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8FE36-9603-6B82-4BEF-E0171D25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57D32-323F-E219-5785-FEB9AD74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9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8BAB-DFED-F29B-6743-65976BB60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A3361-DF40-E0AC-9F76-668F35FA0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C4EA9-CCDE-AF95-C2D4-5314A7F73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F0A73-F5A6-1CE9-55D3-AD72F7DA7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1172F-81FC-A9C4-F8D3-C50044CCA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25CC7B-8087-54D6-FC54-FDFACF7B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108ECF-B90C-C692-9D7A-4DDB7D87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A69C42-DE4C-9328-CA8C-CEF80DA1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6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6412-DB81-7646-6513-22937A84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6A4BC-62C1-FB94-DA30-5FBC4A08C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BB2D1-5A72-65DA-33DD-3001CA77E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EA35D-CF12-4EFA-8DAB-710DDDAB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6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6E9C5-4792-6E24-4B53-C3C8CAD2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DFFD19-130F-43CF-CC48-9F40BC44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26653-7D10-CA95-3F02-5F443C78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6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ED56-CB66-1028-02C2-A6000576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80062-BE65-FB30-A660-6F591FC9D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04EC3-625E-1E2C-34AF-89299931B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27FC3-F82F-896E-CD6F-95530F63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4DBA0-F700-80BC-4968-4F894B06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F1289-D2AF-D0AD-361B-59256D67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6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ACC2-E1EA-2BD0-ED4F-2574FE243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1F6E9-ECC0-ECE5-E031-A32BA33A0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4DF90-8C5B-E15E-C3F2-AF391A4AA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21C34-3037-00BE-38AE-D4AB49C2F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D4D20-0687-2640-DADE-0D608888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22FAE-79A3-93F0-2AEA-64F2E5A9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5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79E9-F8F5-6EAE-FF83-8557BC1B2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737CE-741C-1AEB-069B-456641D55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FD46A-5FC7-71A2-A087-A8767D953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664BD-5F83-E14D-CA9A-3A48334B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FF69A-309B-509E-62F6-B7C073A6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4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7F3715-08F2-6317-EB98-BE3400D81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95EE4-34AA-FC1F-9482-A4A473D36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28292-CA88-09C8-3F61-F461967D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79F8-F064-3E46-5384-CDF15F491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BDE05-AB18-5998-C6D2-8224A3AC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4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271A3-02E0-89D0-AE1E-BD229C1E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A6CDC-F3C6-FC49-5CC6-36CD65FF1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A2668-CAE9-33D1-B4B4-6CA9ACA98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7AA6C-945C-4335-B31D-C905A40099AC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345AE-73CF-FDC1-7F22-8D1EB0AE0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75763-6B76-9E40-FB30-65CF3865E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A7C19-CDCD-4B97-9E4C-BA702154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2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55B847-C6B6-1C38-052E-AB554261149F}"/>
              </a:ext>
            </a:extLst>
          </p:cNvPr>
          <p:cNvSpPr txBox="1"/>
          <p:nvPr/>
        </p:nvSpPr>
        <p:spPr>
          <a:xfrm>
            <a:off x="1715269" y="568525"/>
            <a:ext cx="512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Application name</a:t>
            </a:r>
          </a:p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022FEA-611A-FC85-50FA-F3B2208E0CC9}"/>
              </a:ext>
            </a:extLst>
          </p:cNvPr>
          <p:cNvSpPr/>
          <p:nvPr/>
        </p:nvSpPr>
        <p:spPr>
          <a:xfrm>
            <a:off x="1793007" y="1882381"/>
            <a:ext cx="8877300" cy="518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8B1ED-F143-EBED-380A-82363B7F70F5}"/>
              </a:ext>
            </a:extLst>
          </p:cNvPr>
          <p:cNvSpPr txBox="1"/>
          <p:nvPr/>
        </p:nvSpPr>
        <p:spPr>
          <a:xfrm>
            <a:off x="2196867" y="1987275"/>
            <a:ext cx="1165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Term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CE17F-1C91-71CD-6AFA-DE4A7FACCA15}"/>
              </a:ext>
            </a:extLst>
          </p:cNvPr>
          <p:cNvSpPr txBox="1"/>
          <p:nvPr/>
        </p:nvSpPr>
        <p:spPr>
          <a:xfrm>
            <a:off x="5644917" y="1956795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Start Date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26B3A-D154-142B-B4C8-A6F341259459}"/>
              </a:ext>
            </a:extLst>
          </p:cNvPr>
          <p:cNvSpPr txBox="1"/>
          <p:nvPr/>
        </p:nvSpPr>
        <p:spPr>
          <a:xfrm>
            <a:off x="9260607" y="1955009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End 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C62E70-4F78-47F7-66D4-5495ABCDC7A4}"/>
              </a:ext>
            </a:extLst>
          </p:cNvPr>
          <p:cNvSpPr/>
          <p:nvPr/>
        </p:nvSpPr>
        <p:spPr>
          <a:xfrm>
            <a:off x="1793007" y="2827261"/>
            <a:ext cx="8877300" cy="518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22CC3A-B2B8-649D-691D-83237FC324DF}"/>
              </a:ext>
            </a:extLst>
          </p:cNvPr>
          <p:cNvSpPr txBox="1"/>
          <p:nvPr/>
        </p:nvSpPr>
        <p:spPr>
          <a:xfrm>
            <a:off x="2196867" y="2932155"/>
            <a:ext cx="1165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Term 2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43FA6D-CE9C-0FDA-ECAA-3E3370444C9F}"/>
              </a:ext>
            </a:extLst>
          </p:cNvPr>
          <p:cNvSpPr txBox="1"/>
          <p:nvPr/>
        </p:nvSpPr>
        <p:spPr>
          <a:xfrm>
            <a:off x="5644917" y="2901675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Start Date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F21453-4682-D88E-7EE7-CB2FDFBCCA38}"/>
              </a:ext>
            </a:extLst>
          </p:cNvPr>
          <p:cNvSpPr txBox="1"/>
          <p:nvPr/>
        </p:nvSpPr>
        <p:spPr>
          <a:xfrm>
            <a:off x="9260607" y="2899889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End 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FF344-CF08-A272-892C-328581035DAF}"/>
              </a:ext>
            </a:extLst>
          </p:cNvPr>
          <p:cNvSpPr/>
          <p:nvPr/>
        </p:nvSpPr>
        <p:spPr>
          <a:xfrm>
            <a:off x="1793007" y="3827743"/>
            <a:ext cx="8877300" cy="518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4D7299-3CA1-40D1-E535-687F5692AB28}"/>
              </a:ext>
            </a:extLst>
          </p:cNvPr>
          <p:cNvSpPr txBox="1"/>
          <p:nvPr/>
        </p:nvSpPr>
        <p:spPr>
          <a:xfrm>
            <a:off x="2204487" y="3932637"/>
            <a:ext cx="1165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Term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DCD758-7509-310E-394F-804C5239EC37}"/>
              </a:ext>
            </a:extLst>
          </p:cNvPr>
          <p:cNvSpPr txBox="1"/>
          <p:nvPr/>
        </p:nvSpPr>
        <p:spPr>
          <a:xfrm>
            <a:off x="5644917" y="3902157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Start Date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9453A1-F886-9251-A8E8-18CF26DB203D}"/>
              </a:ext>
            </a:extLst>
          </p:cNvPr>
          <p:cNvSpPr txBox="1"/>
          <p:nvPr/>
        </p:nvSpPr>
        <p:spPr>
          <a:xfrm>
            <a:off x="9260607" y="3900371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End Date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7951CD-441D-85E5-9AC4-482180A7F6D9}"/>
              </a:ext>
            </a:extLst>
          </p:cNvPr>
          <p:cNvSpPr/>
          <p:nvPr/>
        </p:nvSpPr>
        <p:spPr>
          <a:xfrm>
            <a:off x="7458547" y="213360"/>
            <a:ext cx="1560352" cy="43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Add/Modify Term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B22F64-D73E-39DB-1D97-F710AF4F5BD2}"/>
              </a:ext>
            </a:extLst>
          </p:cNvPr>
          <p:cNvSpPr/>
          <p:nvPr/>
        </p:nvSpPr>
        <p:spPr>
          <a:xfrm>
            <a:off x="7458547" y="762715"/>
            <a:ext cx="1560352" cy="430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 Term</a:t>
            </a:r>
          </a:p>
        </p:txBody>
      </p:sp>
    </p:spTree>
    <p:extLst>
      <p:ext uri="{BB962C8B-B14F-4D97-AF65-F5344CB8AC3E}">
        <p14:creationId xmlns:p14="http://schemas.microsoft.com/office/powerpoint/2010/main" val="138378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7F0F6-EFBF-C6C2-E8E0-9F028DA514EB}"/>
              </a:ext>
            </a:extLst>
          </p:cNvPr>
          <p:cNvSpPr txBox="1"/>
          <p:nvPr/>
        </p:nvSpPr>
        <p:spPr>
          <a:xfrm>
            <a:off x="4636315" y="454696"/>
            <a:ext cx="2242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Add/Modify Term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0679A3-3D79-EA5C-B80B-EF36C7E8EA56}"/>
              </a:ext>
            </a:extLst>
          </p:cNvPr>
          <p:cNvSpPr/>
          <p:nvPr/>
        </p:nvSpPr>
        <p:spPr>
          <a:xfrm>
            <a:off x="2827090" y="1333849"/>
            <a:ext cx="6023296" cy="402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0F40C-87F0-411D-2AD0-C94C62A9786B}"/>
              </a:ext>
            </a:extLst>
          </p:cNvPr>
          <p:cNvSpPr txBox="1"/>
          <p:nvPr/>
        </p:nvSpPr>
        <p:spPr>
          <a:xfrm>
            <a:off x="713064" y="1333849"/>
            <a:ext cx="159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 number: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3A4DF-D167-9B22-36DB-86CDA45A569C}"/>
              </a:ext>
            </a:extLst>
          </p:cNvPr>
          <p:cNvSpPr txBox="1"/>
          <p:nvPr/>
        </p:nvSpPr>
        <p:spPr>
          <a:xfrm>
            <a:off x="713064" y="2157368"/>
            <a:ext cx="159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Date: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71A10-A70C-0663-9B16-D3B3D1E41420}"/>
              </a:ext>
            </a:extLst>
          </p:cNvPr>
          <p:cNvSpPr txBox="1"/>
          <p:nvPr/>
        </p:nvSpPr>
        <p:spPr>
          <a:xfrm>
            <a:off x="713064" y="2880111"/>
            <a:ext cx="159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date: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578000-AA8E-8495-3106-19FC2D267745}"/>
              </a:ext>
            </a:extLst>
          </p:cNvPr>
          <p:cNvSpPr/>
          <p:nvPr/>
        </p:nvSpPr>
        <p:spPr>
          <a:xfrm>
            <a:off x="2827090" y="2044062"/>
            <a:ext cx="6023296" cy="402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147552-BEA4-EB48-5094-27CBCFF252C7}"/>
              </a:ext>
            </a:extLst>
          </p:cNvPr>
          <p:cNvSpPr/>
          <p:nvPr/>
        </p:nvSpPr>
        <p:spPr>
          <a:xfrm>
            <a:off x="2827090" y="2754276"/>
            <a:ext cx="6023296" cy="402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7E0BC9-3DFB-2BD0-13DF-C54ADB261B02}"/>
              </a:ext>
            </a:extLst>
          </p:cNvPr>
          <p:cNvSpPr/>
          <p:nvPr/>
        </p:nvSpPr>
        <p:spPr>
          <a:xfrm>
            <a:off x="4225254" y="3807259"/>
            <a:ext cx="1157681" cy="402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88E0EF-31D1-460B-9095-6A1B266010D4}"/>
              </a:ext>
            </a:extLst>
          </p:cNvPr>
          <p:cNvSpPr/>
          <p:nvPr/>
        </p:nvSpPr>
        <p:spPr>
          <a:xfrm>
            <a:off x="5838738" y="3807259"/>
            <a:ext cx="1157681" cy="402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412062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CCB0E521-6F20-8624-72FD-FAE1577B962D}"/>
              </a:ext>
            </a:extLst>
          </p:cNvPr>
          <p:cNvSpPr/>
          <p:nvPr/>
        </p:nvSpPr>
        <p:spPr>
          <a:xfrm rot="10800000">
            <a:off x="2537321" y="422673"/>
            <a:ext cx="1432560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422FD3-C6CB-C9C1-E49E-C8FA9C951D78}"/>
              </a:ext>
            </a:extLst>
          </p:cNvPr>
          <p:cNvSpPr txBox="1"/>
          <p:nvPr/>
        </p:nvSpPr>
        <p:spPr>
          <a:xfrm>
            <a:off x="3810489" y="124153"/>
            <a:ext cx="358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Term X </a:t>
            </a:r>
          </a:p>
          <a:p>
            <a:pPr algn="ctr"/>
            <a:r>
              <a:rPr lang="en-US" dirty="0"/>
              <a:t>(Each term will have a page)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71F589-FDAE-BCB7-DEEE-529391E5FCFE}"/>
              </a:ext>
            </a:extLst>
          </p:cNvPr>
          <p:cNvSpPr/>
          <p:nvPr/>
        </p:nvSpPr>
        <p:spPr>
          <a:xfrm>
            <a:off x="4062158" y="1788983"/>
            <a:ext cx="454152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Course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8CC84-2451-5E39-5F40-DDFD1499D514}"/>
              </a:ext>
            </a:extLst>
          </p:cNvPr>
          <p:cNvSpPr/>
          <p:nvPr/>
        </p:nvSpPr>
        <p:spPr>
          <a:xfrm>
            <a:off x="4062158" y="2408703"/>
            <a:ext cx="454152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Course 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B7FAF8-D00E-1ED0-AF2B-E2AB8203F630}"/>
              </a:ext>
            </a:extLst>
          </p:cNvPr>
          <p:cNvSpPr/>
          <p:nvPr/>
        </p:nvSpPr>
        <p:spPr>
          <a:xfrm>
            <a:off x="4062158" y="3049735"/>
            <a:ext cx="454152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Course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2B95B8-F1F3-4B08-D454-DE2E4CBB26D3}"/>
              </a:ext>
            </a:extLst>
          </p:cNvPr>
          <p:cNvSpPr/>
          <p:nvPr/>
        </p:nvSpPr>
        <p:spPr>
          <a:xfrm>
            <a:off x="4062158" y="3687195"/>
            <a:ext cx="454152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Course Name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E97DBA-3DF5-FB29-E890-2FFE9EB84EB3}"/>
              </a:ext>
            </a:extLst>
          </p:cNvPr>
          <p:cNvSpPr/>
          <p:nvPr/>
        </p:nvSpPr>
        <p:spPr>
          <a:xfrm>
            <a:off x="4062158" y="4324655"/>
            <a:ext cx="454152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Course Name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3B0AE4-93B5-7B26-BA76-0B87F6A076E9}"/>
              </a:ext>
            </a:extLst>
          </p:cNvPr>
          <p:cNvSpPr/>
          <p:nvPr/>
        </p:nvSpPr>
        <p:spPr>
          <a:xfrm>
            <a:off x="4062158" y="4962115"/>
            <a:ext cx="454152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Course Name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1CB025-AF32-411A-39B7-D13F9BC5F76D}"/>
              </a:ext>
            </a:extLst>
          </p:cNvPr>
          <p:cNvSpPr txBox="1"/>
          <p:nvPr/>
        </p:nvSpPr>
        <p:spPr>
          <a:xfrm>
            <a:off x="4785360" y="647702"/>
            <a:ext cx="176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Start/End 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585E54-962B-8F95-0E4D-D537F236FF70}"/>
              </a:ext>
            </a:extLst>
          </p:cNvPr>
          <p:cNvSpPr/>
          <p:nvPr/>
        </p:nvSpPr>
        <p:spPr>
          <a:xfrm>
            <a:off x="7137109" y="241342"/>
            <a:ext cx="1242060" cy="591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Add/Modify Course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0FD091-1B33-5F2D-15FA-593E93CE1593}"/>
              </a:ext>
            </a:extLst>
          </p:cNvPr>
          <p:cNvSpPr/>
          <p:nvPr/>
        </p:nvSpPr>
        <p:spPr>
          <a:xfrm>
            <a:off x="7137109" y="949557"/>
            <a:ext cx="1242060" cy="591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Delete Course</a:t>
            </a:r>
          </a:p>
        </p:txBody>
      </p:sp>
    </p:spTree>
    <p:extLst>
      <p:ext uri="{BB962C8B-B14F-4D97-AF65-F5344CB8AC3E}">
        <p14:creationId xmlns:p14="http://schemas.microsoft.com/office/powerpoint/2010/main" val="4262359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6BD37EC0-4641-965A-3CAC-564384996A0E}"/>
              </a:ext>
            </a:extLst>
          </p:cNvPr>
          <p:cNvSpPr/>
          <p:nvPr/>
        </p:nvSpPr>
        <p:spPr>
          <a:xfrm rot="10800000">
            <a:off x="2877564" y="348498"/>
            <a:ext cx="1432560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C460E-4334-37B2-20A7-7DD8F710C079}"/>
              </a:ext>
            </a:extLst>
          </p:cNvPr>
          <p:cNvSpPr txBox="1"/>
          <p:nvPr/>
        </p:nvSpPr>
        <p:spPr>
          <a:xfrm>
            <a:off x="5558336" y="443384"/>
            <a:ext cx="216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Add/Modify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BD357-79AA-EB8B-328C-77B7647747F8}"/>
              </a:ext>
            </a:extLst>
          </p:cNvPr>
          <p:cNvSpPr txBox="1"/>
          <p:nvPr/>
        </p:nvSpPr>
        <p:spPr>
          <a:xfrm>
            <a:off x="2877564" y="970527"/>
            <a:ext cx="192786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Course Name: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EDB9E-6050-54DB-D07E-8B4184685777}"/>
              </a:ext>
            </a:extLst>
          </p:cNvPr>
          <p:cNvSpPr txBox="1"/>
          <p:nvPr/>
        </p:nvSpPr>
        <p:spPr>
          <a:xfrm>
            <a:off x="2869944" y="1881877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End Date: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C8412-CFBE-4B97-9090-20AF6FCC7E1E}"/>
              </a:ext>
            </a:extLst>
          </p:cNvPr>
          <p:cNvSpPr txBox="1"/>
          <p:nvPr/>
        </p:nvSpPr>
        <p:spPr>
          <a:xfrm>
            <a:off x="2869944" y="2341622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Course Status: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8953B-8389-D846-67BF-6ED3ED8D424D}"/>
              </a:ext>
            </a:extLst>
          </p:cNvPr>
          <p:cNvSpPr txBox="1"/>
          <p:nvPr/>
        </p:nvSpPr>
        <p:spPr>
          <a:xfrm>
            <a:off x="2869944" y="2829063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Instructor Name: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FDC118-AE7B-50DA-5781-77A60577172D}"/>
              </a:ext>
            </a:extLst>
          </p:cNvPr>
          <p:cNvSpPr txBox="1"/>
          <p:nvPr/>
        </p:nvSpPr>
        <p:spPr>
          <a:xfrm>
            <a:off x="2869944" y="1457968"/>
            <a:ext cx="192786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Start Date: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5CDB68-549A-384F-BA7E-55ED8ACCB72D}"/>
              </a:ext>
            </a:extLst>
          </p:cNvPr>
          <p:cNvSpPr txBox="1"/>
          <p:nvPr/>
        </p:nvSpPr>
        <p:spPr>
          <a:xfrm>
            <a:off x="2877564" y="3269252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Instructor Phone: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323981-4AA6-92AA-9D05-F82B7131DFFE}"/>
              </a:ext>
            </a:extLst>
          </p:cNvPr>
          <p:cNvSpPr txBox="1"/>
          <p:nvPr/>
        </p:nvSpPr>
        <p:spPr>
          <a:xfrm>
            <a:off x="2877564" y="3756693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Instructor Email: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3CD1F1-6E1E-B35D-D1BE-D9D8BCF0A392}"/>
              </a:ext>
            </a:extLst>
          </p:cNvPr>
          <p:cNvSpPr/>
          <p:nvPr/>
        </p:nvSpPr>
        <p:spPr>
          <a:xfrm>
            <a:off x="4714613" y="1095518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B78476-E20D-1573-5F9B-EDF621BDF587}"/>
              </a:ext>
            </a:extLst>
          </p:cNvPr>
          <p:cNvSpPr/>
          <p:nvPr/>
        </p:nvSpPr>
        <p:spPr>
          <a:xfrm>
            <a:off x="4710208" y="1515607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Date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B44C06-0D6C-3BA4-6163-0B8DD1F24333}"/>
              </a:ext>
            </a:extLst>
          </p:cNvPr>
          <p:cNvSpPr/>
          <p:nvPr/>
        </p:nvSpPr>
        <p:spPr>
          <a:xfrm>
            <a:off x="4710207" y="1941945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Date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88A43B-C1DE-115F-FC99-BBE749121B42}"/>
              </a:ext>
            </a:extLst>
          </p:cNvPr>
          <p:cNvSpPr/>
          <p:nvPr/>
        </p:nvSpPr>
        <p:spPr>
          <a:xfrm>
            <a:off x="4710207" y="2389507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86E2AF-C270-5566-0B25-772636524559}"/>
              </a:ext>
            </a:extLst>
          </p:cNvPr>
          <p:cNvSpPr/>
          <p:nvPr/>
        </p:nvSpPr>
        <p:spPr>
          <a:xfrm>
            <a:off x="4710207" y="2872632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CB93A8-D9C7-0CF4-EA34-B53A43654BE4}"/>
              </a:ext>
            </a:extLst>
          </p:cNvPr>
          <p:cNvSpPr/>
          <p:nvPr/>
        </p:nvSpPr>
        <p:spPr>
          <a:xfrm>
            <a:off x="4710207" y="3356582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95B742-0B29-3638-D74D-083FCACA700A}"/>
              </a:ext>
            </a:extLst>
          </p:cNvPr>
          <p:cNvSpPr/>
          <p:nvPr/>
        </p:nvSpPr>
        <p:spPr>
          <a:xfrm>
            <a:off x="4710207" y="3851755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3F8B03-3DFD-8C05-24AB-A4D6110C35EF}"/>
              </a:ext>
            </a:extLst>
          </p:cNvPr>
          <p:cNvSpPr/>
          <p:nvPr/>
        </p:nvSpPr>
        <p:spPr>
          <a:xfrm>
            <a:off x="4710206" y="5577816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9F4EAA-813B-554E-F5B5-133A7386F962}"/>
              </a:ext>
            </a:extLst>
          </p:cNvPr>
          <p:cNvSpPr/>
          <p:nvPr/>
        </p:nvSpPr>
        <p:spPr>
          <a:xfrm>
            <a:off x="4710205" y="5104847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Yes/No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3CCDF-751A-DA0E-EF24-1F83EACD68D2}"/>
              </a:ext>
            </a:extLst>
          </p:cNvPr>
          <p:cNvSpPr/>
          <p:nvPr/>
        </p:nvSpPr>
        <p:spPr>
          <a:xfrm>
            <a:off x="5034863" y="6179724"/>
            <a:ext cx="1466605" cy="469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67B189-7246-2B44-062C-6EAD3A3F99DE}"/>
              </a:ext>
            </a:extLst>
          </p:cNvPr>
          <p:cNvSpPr/>
          <p:nvPr/>
        </p:nvSpPr>
        <p:spPr>
          <a:xfrm>
            <a:off x="7116730" y="6179724"/>
            <a:ext cx="1466605" cy="469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Cancel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60F0799F-E11C-FE0A-A052-FDDF471657D2}"/>
              </a:ext>
            </a:extLst>
          </p:cNvPr>
          <p:cNvSpPr/>
          <p:nvPr/>
        </p:nvSpPr>
        <p:spPr>
          <a:xfrm>
            <a:off x="8443519" y="2418325"/>
            <a:ext cx="268447" cy="36144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F3354C-E9F5-5A1B-ECDE-391C31642BD1}"/>
              </a:ext>
            </a:extLst>
          </p:cNvPr>
          <p:cNvSpPr/>
          <p:nvPr/>
        </p:nvSpPr>
        <p:spPr>
          <a:xfrm>
            <a:off x="8405769" y="1568741"/>
            <a:ext cx="343948" cy="2554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1AFD15-4E9C-644B-8EF5-3B4ECFB1486F}"/>
              </a:ext>
            </a:extLst>
          </p:cNvPr>
          <p:cNvSpPr/>
          <p:nvPr/>
        </p:nvSpPr>
        <p:spPr>
          <a:xfrm>
            <a:off x="8405769" y="2008376"/>
            <a:ext cx="343948" cy="2554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3DCAC-B648-C3C7-90CA-27CD3D1A536D}"/>
              </a:ext>
            </a:extLst>
          </p:cNvPr>
          <p:cNvSpPr txBox="1"/>
          <p:nvPr/>
        </p:nvSpPr>
        <p:spPr>
          <a:xfrm>
            <a:off x="2869944" y="5006294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Notifications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A4097D-563C-5BEB-180B-24C732BCADA5}"/>
              </a:ext>
            </a:extLst>
          </p:cNvPr>
          <p:cNvSpPr txBox="1"/>
          <p:nvPr/>
        </p:nvSpPr>
        <p:spPr>
          <a:xfrm>
            <a:off x="2877564" y="4170443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Notes: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25B762-2578-F135-C9E8-9F4CFD7ACF89}"/>
              </a:ext>
            </a:extLst>
          </p:cNvPr>
          <p:cNvSpPr/>
          <p:nvPr/>
        </p:nvSpPr>
        <p:spPr>
          <a:xfrm>
            <a:off x="4710204" y="4362290"/>
            <a:ext cx="4169329" cy="589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83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0DE24D2C-8151-05B0-71A5-A98B07E4D30F}"/>
              </a:ext>
            </a:extLst>
          </p:cNvPr>
          <p:cNvSpPr/>
          <p:nvPr/>
        </p:nvSpPr>
        <p:spPr>
          <a:xfrm rot="10800000">
            <a:off x="2621211" y="699401"/>
            <a:ext cx="1432560" cy="2987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7C33F-B25B-9209-530A-17FD87828961}"/>
              </a:ext>
            </a:extLst>
          </p:cNvPr>
          <p:cNvSpPr txBox="1"/>
          <p:nvPr/>
        </p:nvSpPr>
        <p:spPr>
          <a:xfrm>
            <a:off x="4768230" y="330068"/>
            <a:ext cx="3482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 Name (Detailed View)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CB40F-337F-06BD-7ABC-A2346E98EED7}"/>
              </a:ext>
            </a:extLst>
          </p:cNvPr>
          <p:cNvSpPr txBox="1"/>
          <p:nvPr/>
        </p:nvSpPr>
        <p:spPr>
          <a:xfrm>
            <a:off x="2621211" y="1791421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End Date: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13810-B4E6-8D1B-3F57-7B4408679D93}"/>
              </a:ext>
            </a:extLst>
          </p:cNvPr>
          <p:cNvSpPr txBox="1"/>
          <p:nvPr/>
        </p:nvSpPr>
        <p:spPr>
          <a:xfrm>
            <a:off x="2621211" y="2251166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Course Status: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B8508D-F871-BB57-917B-65DAD43A4BC8}"/>
              </a:ext>
            </a:extLst>
          </p:cNvPr>
          <p:cNvSpPr txBox="1"/>
          <p:nvPr/>
        </p:nvSpPr>
        <p:spPr>
          <a:xfrm>
            <a:off x="2621211" y="2738607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Instructor Name: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42E25-97E1-9C11-109E-5F66D6CD9A42}"/>
              </a:ext>
            </a:extLst>
          </p:cNvPr>
          <p:cNvSpPr txBox="1"/>
          <p:nvPr/>
        </p:nvSpPr>
        <p:spPr>
          <a:xfrm>
            <a:off x="2621211" y="1367512"/>
            <a:ext cx="192786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Start Date: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F801F-CB1F-9C2E-3125-EF1D921E457E}"/>
              </a:ext>
            </a:extLst>
          </p:cNvPr>
          <p:cNvSpPr txBox="1"/>
          <p:nvPr/>
        </p:nvSpPr>
        <p:spPr>
          <a:xfrm>
            <a:off x="2628831" y="3178796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Instructor Phone: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9B31D2-1C0F-E764-95A6-7A14782F8290}"/>
              </a:ext>
            </a:extLst>
          </p:cNvPr>
          <p:cNvSpPr txBox="1"/>
          <p:nvPr/>
        </p:nvSpPr>
        <p:spPr>
          <a:xfrm>
            <a:off x="2628831" y="3666237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Instructor Email: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FAE61-A951-C549-B0A3-58545B7289AB}"/>
              </a:ext>
            </a:extLst>
          </p:cNvPr>
          <p:cNvSpPr/>
          <p:nvPr/>
        </p:nvSpPr>
        <p:spPr>
          <a:xfrm>
            <a:off x="4461475" y="1425151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AFBCD-0C7C-30DB-68D6-1B0FF0B8159F}"/>
              </a:ext>
            </a:extLst>
          </p:cNvPr>
          <p:cNvSpPr/>
          <p:nvPr/>
        </p:nvSpPr>
        <p:spPr>
          <a:xfrm>
            <a:off x="4461474" y="1851489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Date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375782-4577-007A-6EF2-3EAB5FC28965}"/>
              </a:ext>
            </a:extLst>
          </p:cNvPr>
          <p:cNvSpPr/>
          <p:nvPr/>
        </p:nvSpPr>
        <p:spPr>
          <a:xfrm>
            <a:off x="4461474" y="2299051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C31985-F584-7FAD-3C86-836DFF83CF08}"/>
              </a:ext>
            </a:extLst>
          </p:cNvPr>
          <p:cNvSpPr/>
          <p:nvPr/>
        </p:nvSpPr>
        <p:spPr>
          <a:xfrm>
            <a:off x="4461474" y="2782176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534C6-485B-5604-5832-1D97FDCA1B85}"/>
              </a:ext>
            </a:extLst>
          </p:cNvPr>
          <p:cNvSpPr/>
          <p:nvPr/>
        </p:nvSpPr>
        <p:spPr>
          <a:xfrm>
            <a:off x="4461474" y="3266126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0A1F6-79DB-2F15-51A9-B31E132B39F9}"/>
              </a:ext>
            </a:extLst>
          </p:cNvPr>
          <p:cNvSpPr/>
          <p:nvPr/>
        </p:nvSpPr>
        <p:spPr>
          <a:xfrm>
            <a:off x="4461474" y="3761299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14826-3559-CA0F-E2B7-4370320F7A79}"/>
              </a:ext>
            </a:extLst>
          </p:cNvPr>
          <p:cNvSpPr/>
          <p:nvPr/>
        </p:nvSpPr>
        <p:spPr>
          <a:xfrm>
            <a:off x="4461470" y="4994571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A1C0C8-2AAD-B135-4A76-9CBF20B6481F}"/>
              </a:ext>
            </a:extLst>
          </p:cNvPr>
          <p:cNvSpPr/>
          <p:nvPr/>
        </p:nvSpPr>
        <p:spPr>
          <a:xfrm>
            <a:off x="4461469" y="5529580"/>
            <a:ext cx="41693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Yes/No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8EFADC95-B620-D8E3-7C2C-8AA9E3189600}"/>
              </a:ext>
            </a:extLst>
          </p:cNvPr>
          <p:cNvSpPr/>
          <p:nvPr/>
        </p:nvSpPr>
        <p:spPr>
          <a:xfrm>
            <a:off x="8194786" y="2327869"/>
            <a:ext cx="268447" cy="36144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EC751D-FEF9-2E97-AC82-05318E5C6666}"/>
              </a:ext>
            </a:extLst>
          </p:cNvPr>
          <p:cNvSpPr/>
          <p:nvPr/>
        </p:nvSpPr>
        <p:spPr>
          <a:xfrm>
            <a:off x="8157036" y="1478285"/>
            <a:ext cx="343948" cy="2554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45909F-FEC7-CE14-DA90-E3DB98E58347}"/>
              </a:ext>
            </a:extLst>
          </p:cNvPr>
          <p:cNvSpPr/>
          <p:nvPr/>
        </p:nvSpPr>
        <p:spPr>
          <a:xfrm>
            <a:off x="8157036" y="1917920"/>
            <a:ext cx="343948" cy="2554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92905E-42E7-474A-F4A1-E7A4ABBFDE6C}"/>
              </a:ext>
            </a:extLst>
          </p:cNvPr>
          <p:cNvSpPr txBox="1"/>
          <p:nvPr/>
        </p:nvSpPr>
        <p:spPr>
          <a:xfrm>
            <a:off x="2628831" y="5438083"/>
            <a:ext cx="1578879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Notifications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DE5635-BAA2-59B7-2934-62F14E624DED}"/>
              </a:ext>
            </a:extLst>
          </p:cNvPr>
          <p:cNvSpPr txBox="1"/>
          <p:nvPr/>
        </p:nvSpPr>
        <p:spPr>
          <a:xfrm>
            <a:off x="2628831" y="4079987"/>
            <a:ext cx="2072640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Notes: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8235B9-5C16-C710-7975-5E7383672CA0}"/>
              </a:ext>
            </a:extLst>
          </p:cNvPr>
          <p:cNvSpPr/>
          <p:nvPr/>
        </p:nvSpPr>
        <p:spPr>
          <a:xfrm>
            <a:off x="4461471" y="4271834"/>
            <a:ext cx="4169329" cy="589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2BB12F-4858-E825-0DBE-5ED4135EA713}"/>
              </a:ext>
            </a:extLst>
          </p:cNvPr>
          <p:cNvSpPr txBox="1"/>
          <p:nvPr/>
        </p:nvSpPr>
        <p:spPr>
          <a:xfrm>
            <a:off x="5637402" y="664124"/>
            <a:ext cx="209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Date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EF90B0-974C-F254-8BFE-F6756AB6069E}"/>
              </a:ext>
            </a:extLst>
          </p:cNvPr>
          <p:cNvSpPr txBox="1"/>
          <p:nvPr/>
        </p:nvSpPr>
        <p:spPr>
          <a:xfrm>
            <a:off x="2621211" y="4945294"/>
            <a:ext cx="1525888" cy="467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Share notes:</a:t>
            </a:r>
          </a:p>
        </p:txBody>
      </p:sp>
    </p:spTree>
    <p:extLst>
      <p:ext uri="{BB962C8B-B14F-4D97-AF65-F5344CB8AC3E}">
        <p14:creationId xmlns:p14="http://schemas.microsoft.com/office/powerpoint/2010/main" val="736734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7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562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978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151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Potes Mangra</dc:creator>
  <cp:lastModifiedBy>Ravi Potes Mangra</cp:lastModifiedBy>
  <cp:revision>1</cp:revision>
  <dcterms:created xsi:type="dcterms:W3CDTF">2026-01-31T20:26:10Z</dcterms:created>
  <dcterms:modified xsi:type="dcterms:W3CDTF">2026-02-01T03:21:18Z</dcterms:modified>
</cp:coreProperties>
</file>