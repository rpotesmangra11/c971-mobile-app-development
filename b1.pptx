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32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72A01-A601-91E0-8BFE-734518B5D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7789B-85F5-9FE0-802F-A58876B51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D347-1306-90DF-B9D4-4E05CCA8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A68A6-F5F6-0964-BFAF-E1FFC13BD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3260-D320-91AD-0AB3-1E8F016A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95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521E-0EBC-CC04-D8CE-0E48163ED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D6B31-BB6A-05E6-7667-2E7E40AE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5EA2B-B90F-4249-372C-AC948A48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DFFBD-91C8-DC00-8651-D6A9FB95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0D66-302B-D942-5B7C-242F89C1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498-1DCF-EF9A-509F-B8B47F1A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9480C-D021-2663-D467-563DA7A92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6AB11-79F5-7189-B001-3A3A67CA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D279-D82F-FA2C-BBBF-CD182D320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D8915-1613-9808-9973-CFF2463C4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80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4D00-CB43-EBDA-B062-43687240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C23CD-A81E-3358-E1F8-A35761CFA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091A9-FB28-5F3E-29F7-E6051F08A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DA790-224C-263D-98F5-265A14BFE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8FE36-9603-6B82-4BEF-E0171D25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57D32-323F-E219-5785-FEB9AD74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8BAB-DFED-F29B-6743-65976BB60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A3361-DF40-E0AC-9F76-668F35FA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C4EA9-CCDE-AF95-C2D4-5314A7F73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F0A73-F5A6-1CE9-55D3-AD72F7DA7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1172F-81FC-A9C4-F8D3-C50044CC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25CC7B-8087-54D6-FC54-FDFACF7B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108ECF-B90C-C692-9D7A-4DDB7D87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A69C42-DE4C-9328-CA8C-CEF80DA1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64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6412-DB81-7646-6513-22937A84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6A4BC-62C1-FB94-DA30-5FBC4A08C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BB2D1-5A72-65DA-33DD-3001CA77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EA35D-CF12-4EFA-8DAB-710DDDABC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68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6E9C5-4792-6E24-4B53-C3C8CAD2D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FFD19-130F-43CF-CC48-9F40BC44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6653-7D10-CA95-3F02-5F443C7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46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ED56-CB66-1028-02C2-A6000576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0062-BE65-FB30-A660-6F591FC9D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04EC3-625E-1E2C-34AF-89299931B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27FC3-F82F-896E-CD6F-95530F63B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DBA0-F700-80BC-4968-4F894B0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F1289-D2AF-D0AD-361B-59256D67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16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CC2-E1EA-2BD0-ED4F-2574FE243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C1F6E9-ECC0-ECE5-E031-A32BA33A02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DF90-8C5B-E15E-C3F2-AF391A4AA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21C34-3037-00BE-38AE-D4AB49C2F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D4D20-0687-2640-DADE-0D60888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22FAE-79A3-93F0-2AEA-64F2E5A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5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79E9-F8F5-6EAE-FF83-8557BC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37CE-741C-1AEB-069B-456641D55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FD46A-5FC7-71A2-A087-A8767D953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64BD-5F83-E14D-CA9A-3A48334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FF69A-309B-509E-62F6-B7C073A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4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F3715-08F2-6317-EB98-BE3400D81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95EE4-34AA-FC1F-9482-A4A473D36B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28292-CA88-09C8-3F61-F461967D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D79F8-F064-3E46-5384-CDF15F49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BDE05-AB18-5998-C6D2-8224A3AC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4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271A3-02E0-89D0-AE1E-BD229C1ED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6CDC-F3C6-FC49-5CC6-36CD65FF1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A2668-CAE9-33D1-B4B4-6CA9ACA98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45AE-73CF-FDC1-7F22-8D1EB0AE0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75763-6B76-9E40-FB30-65CF3865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55B847-C6B6-1C38-052E-AB554261149F}"/>
              </a:ext>
            </a:extLst>
          </p:cNvPr>
          <p:cNvSpPr txBox="1"/>
          <p:nvPr/>
        </p:nvSpPr>
        <p:spPr>
          <a:xfrm>
            <a:off x="3535680" y="289560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Application name</a:t>
            </a:r>
          </a:p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022FEA-611A-FC85-50FA-F3B2208E0CC9}"/>
              </a:ext>
            </a:extLst>
          </p:cNvPr>
          <p:cNvSpPr/>
          <p:nvPr/>
        </p:nvSpPr>
        <p:spPr>
          <a:xfrm>
            <a:off x="1767840" y="1278374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8B1ED-F143-EBED-380A-82363B7F70F5}"/>
              </a:ext>
            </a:extLst>
          </p:cNvPr>
          <p:cNvSpPr txBox="1"/>
          <p:nvPr/>
        </p:nvSpPr>
        <p:spPr>
          <a:xfrm>
            <a:off x="2171700" y="1383268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CE17F-1C91-71CD-6AFA-DE4A7FACCA15}"/>
              </a:ext>
            </a:extLst>
          </p:cNvPr>
          <p:cNvSpPr txBox="1"/>
          <p:nvPr/>
        </p:nvSpPr>
        <p:spPr>
          <a:xfrm>
            <a:off x="5619750" y="1352788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26B3A-D154-142B-B4C8-A6F341259459}"/>
              </a:ext>
            </a:extLst>
          </p:cNvPr>
          <p:cNvSpPr txBox="1"/>
          <p:nvPr/>
        </p:nvSpPr>
        <p:spPr>
          <a:xfrm>
            <a:off x="9235440" y="1351002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C62E70-4F78-47F7-66D4-5495ABCDC7A4}"/>
              </a:ext>
            </a:extLst>
          </p:cNvPr>
          <p:cNvSpPr/>
          <p:nvPr/>
        </p:nvSpPr>
        <p:spPr>
          <a:xfrm>
            <a:off x="1767840" y="2223254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2CC3A-B2B8-649D-691D-83237FC324DF}"/>
              </a:ext>
            </a:extLst>
          </p:cNvPr>
          <p:cNvSpPr txBox="1"/>
          <p:nvPr/>
        </p:nvSpPr>
        <p:spPr>
          <a:xfrm>
            <a:off x="2171700" y="2328148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2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43FA6D-CE9C-0FDA-ECAA-3E3370444C9F}"/>
              </a:ext>
            </a:extLst>
          </p:cNvPr>
          <p:cNvSpPr txBox="1"/>
          <p:nvPr/>
        </p:nvSpPr>
        <p:spPr>
          <a:xfrm>
            <a:off x="5619750" y="2297668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F21453-4682-D88E-7EE7-CB2FDFBCCA38}"/>
              </a:ext>
            </a:extLst>
          </p:cNvPr>
          <p:cNvSpPr txBox="1"/>
          <p:nvPr/>
        </p:nvSpPr>
        <p:spPr>
          <a:xfrm>
            <a:off x="9235440" y="2295882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FF344-CF08-A272-892C-328581035DAF}"/>
              </a:ext>
            </a:extLst>
          </p:cNvPr>
          <p:cNvSpPr/>
          <p:nvPr/>
        </p:nvSpPr>
        <p:spPr>
          <a:xfrm>
            <a:off x="1767840" y="3223736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D7299-3CA1-40D1-E535-687F5692AB28}"/>
              </a:ext>
            </a:extLst>
          </p:cNvPr>
          <p:cNvSpPr txBox="1"/>
          <p:nvPr/>
        </p:nvSpPr>
        <p:spPr>
          <a:xfrm>
            <a:off x="2179320" y="3328630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CD758-7509-310E-394F-804C5239EC37}"/>
              </a:ext>
            </a:extLst>
          </p:cNvPr>
          <p:cNvSpPr txBox="1"/>
          <p:nvPr/>
        </p:nvSpPr>
        <p:spPr>
          <a:xfrm>
            <a:off x="5619750" y="3298150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9453A1-F886-9251-A8E8-18CF26DB203D}"/>
              </a:ext>
            </a:extLst>
          </p:cNvPr>
          <p:cNvSpPr txBox="1"/>
          <p:nvPr/>
        </p:nvSpPr>
        <p:spPr>
          <a:xfrm>
            <a:off x="9235440" y="3296364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7951CD-441D-85E5-9AC4-482180A7F6D9}"/>
              </a:ext>
            </a:extLst>
          </p:cNvPr>
          <p:cNvSpPr/>
          <p:nvPr/>
        </p:nvSpPr>
        <p:spPr>
          <a:xfrm>
            <a:off x="8263890" y="266224"/>
            <a:ext cx="1943100" cy="43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Add/Modify Term</a:t>
            </a:r>
          </a:p>
        </p:txBody>
      </p:sp>
    </p:spTree>
    <p:extLst>
      <p:ext uri="{BB962C8B-B14F-4D97-AF65-F5344CB8AC3E}">
        <p14:creationId xmlns:p14="http://schemas.microsoft.com/office/powerpoint/2010/main" val="1383786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24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Potes Mangra</dc:creator>
  <cp:lastModifiedBy>Ravi Potes Mangra</cp:lastModifiedBy>
  <cp:revision>1</cp:revision>
  <dcterms:created xsi:type="dcterms:W3CDTF">2026-01-31T20:26:10Z</dcterms:created>
  <dcterms:modified xsi:type="dcterms:W3CDTF">2026-01-31T20:43:15Z</dcterms:modified>
</cp:coreProperties>
</file>